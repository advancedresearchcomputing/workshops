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E4714-B623-2F99-3894-DDBD182867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43E43-732E-5380-86A2-AECCB8908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DCEDC-CFFB-D9F2-966B-49F2A6E54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AC3B8-BD19-EDAC-3C41-507E33F18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69F18-D114-D392-9E14-E6253D09C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37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86C75-04EE-DC32-076C-B096455CB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2D5A2-9BB5-B89F-896E-584E69037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36293-9520-29F5-2BF7-9A5311897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515D3-7834-404C-AA16-762E5BE20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5610F-4C4C-DC78-3616-56B428A13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31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DFC23-0B09-C1C3-1863-4E995BAE2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34C88-B6B6-D574-9B38-747C6F4D3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E8C96-BAB2-8892-A6D0-39A142EF9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BFD0C-F76E-B1AB-14F2-656CFE1A2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64B24-BECA-A7FC-2339-2B40F7C0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0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DED16-F156-28D7-B4A2-86BF769B7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91B97-F44F-4904-AF0D-6C2D7EE6E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432F0-D18A-6AD8-AB90-27F9AFCD0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B846E-1D2C-D6EB-178C-5DB3658D0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9AB93-EFFE-87E2-3B09-57B238848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D06FE-F5B2-1DED-6E73-BBFB05FC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573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31562-68F1-9E83-B575-BC414A465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B0FD8-2473-8CA9-2017-7E1FCB1DB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947A1-C713-E6EC-D815-C343B9C103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CC8E84-2B21-6CC3-06A0-DB3EBAEB16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F32FF-916D-04F4-B1FB-96700C655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FFFBC9-D7E4-EE1D-E5D3-0887D8E0A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907668-D23C-C97D-3F6B-B48EB1EA1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C4123B-B124-F23D-1B74-A399F0826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90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722DE-9FE3-69CC-501F-BA1908354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3557AD-B364-CB54-0E21-1B8A04E7D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92F6C2-C9D0-17C2-77DF-967A7DC0C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F9BF5-D2EC-6580-9124-DD53719F0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879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561E84-0688-6C09-DCE0-CD63E9B6B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041524-9708-3B2F-5944-8E973ABFF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511C9-4512-720C-9CF3-C71295BC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97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F0F6-7B89-71D6-ADCA-223E284F9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793E6-CCD6-7BBF-DEE3-1CCE26DD3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ABE0C-0529-898D-82F9-768EE318A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C17A4-D61F-0862-80E5-EDC446A77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0B3C3-DF4A-FA48-6672-CD15B1AB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6ECD95-F335-80EB-309F-CBAD51429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84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27811-9F46-182D-4E01-765C72C6F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AD657D-38F8-8612-1A57-CA92917FC8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B6301-FBCB-8CF7-634D-582CBDE79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B54EA-45F3-4EEF-DF03-D3E1DA6AE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E5D9E-6FB3-383F-4851-4E58C0786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1BC5E-B3D5-5C35-C67F-2B7DC1637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3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8D0D0-6655-02B0-5FE4-072ECB030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B6F92-786C-63F9-8D2A-D474C1452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73F6D-AAE3-0295-1B4F-D70AD5E18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FDC48-8E79-6BD0-D707-F4C38D7B8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77513-A64C-6D56-D5E2-68749FB74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38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F85EBC-AEAC-EA4F-43F1-CAAC07A275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4410E-5ACF-5E04-468B-CBDB2EF28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9BBE7-3F2B-8BF4-B7F4-D59DF40A3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24B40-2244-A2B8-4704-2DDADFFFC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408DB-9D66-B5F9-FA92-1C21FBDF6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4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F6FA48-0373-A431-357D-03DCA5233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5D833-6396-6377-69E6-55BDC3088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EDFC0-744C-574E-FC24-CAB097AD2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BFBEC-5AE2-1649-BF97-F3BE61CD917D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E3FF0-2F76-5636-FEBF-9449D2664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AB8D7-4DC6-EEA6-1540-1AD359540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C6FC25-97EB-954C-AD1E-663CBC991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356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546DD-3A44-B84C-0612-F4BA9FA7F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2;g2baceab7d03_0_22">
            <a:extLst>
              <a:ext uri="{FF2B5EF4-FFF2-40B4-BE49-F238E27FC236}">
                <a16:creationId xmlns:a16="http://schemas.microsoft.com/office/drawing/2014/main" id="{B2374C98-52C2-B353-1C0F-470176BF43B3}"/>
              </a:ext>
            </a:extLst>
          </p:cNvPr>
          <p:cNvSpPr/>
          <p:nvPr/>
        </p:nvSpPr>
        <p:spPr>
          <a:xfrm>
            <a:off x="7101174" y="1474066"/>
            <a:ext cx="3629700" cy="12039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14;g2baceab7d03_0_22">
            <a:extLst>
              <a:ext uri="{FF2B5EF4-FFF2-40B4-BE49-F238E27FC236}">
                <a16:creationId xmlns:a16="http://schemas.microsoft.com/office/drawing/2014/main" id="{5599D921-8960-71CE-796F-402114D4F53A}"/>
              </a:ext>
            </a:extLst>
          </p:cNvPr>
          <p:cNvSpPr/>
          <p:nvPr/>
        </p:nvSpPr>
        <p:spPr>
          <a:xfrm>
            <a:off x="4211249" y="1616720"/>
            <a:ext cx="903000" cy="3738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head 1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15;g2baceab7d03_0_22">
            <a:extLst>
              <a:ext uri="{FF2B5EF4-FFF2-40B4-BE49-F238E27FC236}">
                <a16:creationId xmlns:a16="http://schemas.microsoft.com/office/drawing/2014/main" id="{545E5EEB-C08A-D776-EBFC-08A45ADE7964}"/>
              </a:ext>
            </a:extLst>
          </p:cNvPr>
          <p:cNvSpPr/>
          <p:nvPr/>
        </p:nvSpPr>
        <p:spPr>
          <a:xfrm>
            <a:off x="4211249" y="2164020"/>
            <a:ext cx="903000" cy="3738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head 2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16;g2baceab7d03_0_22">
            <a:extLst>
              <a:ext uri="{FF2B5EF4-FFF2-40B4-BE49-F238E27FC236}">
                <a16:creationId xmlns:a16="http://schemas.microsoft.com/office/drawing/2014/main" id="{7DE748D1-B6D6-D8E8-FD9E-3C7D2128C9F1}"/>
              </a:ext>
            </a:extLst>
          </p:cNvPr>
          <p:cNvSpPr/>
          <p:nvPr/>
        </p:nvSpPr>
        <p:spPr>
          <a:xfrm rot="16200000">
            <a:off x="5828474" y="1842995"/>
            <a:ext cx="921000" cy="4569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slurm scheduler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Google Shape;217;g2baceab7d03_0_22">
            <a:extLst>
              <a:ext uri="{FF2B5EF4-FFF2-40B4-BE49-F238E27FC236}">
                <a16:creationId xmlns:a16="http://schemas.microsoft.com/office/drawing/2014/main" id="{D6015ED5-65A0-29DD-C16E-BD3C4CF3937C}"/>
              </a:ext>
            </a:extLst>
          </p:cNvPr>
          <p:cNvCxnSpPr/>
          <p:nvPr/>
        </p:nvCxnSpPr>
        <p:spPr>
          <a:xfrm>
            <a:off x="5114249" y="1803620"/>
            <a:ext cx="966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" name="Google Shape;218;g2baceab7d03_0_22">
            <a:extLst>
              <a:ext uri="{FF2B5EF4-FFF2-40B4-BE49-F238E27FC236}">
                <a16:creationId xmlns:a16="http://schemas.microsoft.com/office/drawing/2014/main" id="{88CD8D6F-08E4-3913-F70C-C408E2BD92B4}"/>
              </a:ext>
            </a:extLst>
          </p:cNvPr>
          <p:cNvCxnSpPr/>
          <p:nvPr/>
        </p:nvCxnSpPr>
        <p:spPr>
          <a:xfrm>
            <a:off x="5114249" y="2350920"/>
            <a:ext cx="966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Google Shape;219;g2baceab7d03_0_22">
            <a:extLst>
              <a:ext uri="{FF2B5EF4-FFF2-40B4-BE49-F238E27FC236}">
                <a16:creationId xmlns:a16="http://schemas.microsoft.com/office/drawing/2014/main" id="{0512F90A-8123-C1F1-9E88-9ADCB17B53F5}"/>
              </a:ext>
            </a:extLst>
          </p:cNvPr>
          <p:cNvSpPr txBox="1"/>
          <p:nvPr/>
        </p:nvSpPr>
        <p:spPr>
          <a:xfrm>
            <a:off x="4904526" y="1257520"/>
            <a:ext cx="139530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submit job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300" dirty="0" err="1">
                <a:latin typeface="Calibri"/>
                <a:ea typeface="Calibri"/>
                <a:cs typeface="Calibri"/>
                <a:sym typeface="Calibri"/>
              </a:rPr>
              <a:t>slurm</a:t>
            </a: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script)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20;g2baceab7d03_0_22">
            <a:extLst>
              <a:ext uri="{FF2B5EF4-FFF2-40B4-BE49-F238E27FC236}">
                <a16:creationId xmlns:a16="http://schemas.microsoft.com/office/drawing/2014/main" id="{09873020-7256-1F3D-5116-DF6D5EC1FD1B}"/>
              </a:ext>
            </a:extLst>
          </p:cNvPr>
          <p:cNvSpPr txBox="1"/>
          <p:nvPr/>
        </p:nvSpPr>
        <p:spPr>
          <a:xfrm>
            <a:off x="4879126" y="1816320"/>
            <a:ext cx="139530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submit job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300" dirty="0" err="1">
                <a:latin typeface="Calibri"/>
                <a:ea typeface="Calibri"/>
                <a:cs typeface="Calibri"/>
                <a:sym typeface="Calibri"/>
              </a:rPr>
              <a:t>slurm</a:t>
            </a: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script)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21;g2baceab7d03_0_22">
            <a:extLst>
              <a:ext uri="{FF2B5EF4-FFF2-40B4-BE49-F238E27FC236}">
                <a16:creationId xmlns:a16="http://schemas.microsoft.com/office/drawing/2014/main" id="{013B4F74-8E4B-E521-143C-E33EF6DD2C29}"/>
              </a:ext>
            </a:extLst>
          </p:cNvPr>
          <p:cNvSpPr/>
          <p:nvPr/>
        </p:nvSpPr>
        <p:spPr>
          <a:xfrm>
            <a:off x="2457649" y="1884545"/>
            <a:ext cx="903000" cy="3738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terminal window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222;g2baceab7d03_0_22">
            <a:extLst>
              <a:ext uri="{FF2B5EF4-FFF2-40B4-BE49-F238E27FC236}">
                <a16:creationId xmlns:a16="http://schemas.microsoft.com/office/drawing/2014/main" id="{7D417A56-1096-BEA6-99EA-AC2A6AF2A3A9}"/>
              </a:ext>
            </a:extLst>
          </p:cNvPr>
          <p:cNvCxnSpPr/>
          <p:nvPr/>
        </p:nvCxnSpPr>
        <p:spPr>
          <a:xfrm rot="10800000" flipH="1">
            <a:off x="3360649" y="1803545"/>
            <a:ext cx="850500" cy="267900"/>
          </a:xfrm>
          <a:prstGeom prst="bentConnector3">
            <a:avLst>
              <a:gd name="adj1" fmla="val 50006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2" name="Google Shape;223;g2baceab7d03_0_22">
            <a:extLst>
              <a:ext uri="{FF2B5EF4-FFF2-40B4-BE49-F238E27FC236}">
                <a16:creationId xmlns:a16="http://schemas.microsoft.com/office/drawing/2014/main" id="{C57D66DF-D424-9B9E-6248-646C7615AD21}"/>
              </a:ext>
            </a:extLst>
          </p:cNvPr>
          <p:cNvCxnSpPr/>
          <p:nvPr/>
        </p:nvCxnSpPr>
        <p:spPr>
          <a:xfrm>
            <a:off x="3360649" y="2071445"/>
            <a:ext cx="850500" cy="279600"/>
          </a:xfrm>
          <a:prstGeom prst="bentConnector3">
            <a:avLst>
              <a:gd name="adj1" fmla="val 50006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3" name="Google Shape;224;g2baceab7d03_0_22">
            <a:extLst>
              <a:ext uri="{FF2B5EF4-FFF2-40B4-BE49-F238E27FC236}">
                <a16:creationId xmlns:a16="http://schemas.microsoft.com/office/drawing/2014/main" id="{F4734189-321F-EC76-7605-0B176829E594}"/>
              </a:ext>
            </a:extLst>
          </p:cNvPr>
          <p:cNvSpPr txBox="1"/>
          <p:nvPr/>
        </p:nvSpPr>
        <p:spPr>
          <a:xfrm>
            <a:off x="2723758" y="2373500"/>
            <a:ext cx="1395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ssh into cluster login nodes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226;g2baceab7d03_0_22">
            <a:extLst>
              <a:ext uri="{FF2B5EF4-FFF2-40B4-BE49-F238E27FC236}">
                <a16:creationId xmlns:a16="http://schemas.microsoft.com/office/drawing/2014/main" id="{894349C1-858C-58E3-FDC9-41D7862D4A56}"/>
              </a:ext>
            </a:extLst>
          </p:cNvPr>
          <p:cNvSpPr/>
          <p:nvPr/>
        </p:nvSpPr>
        <p:spPr>
          <a:xfrm>
            <a:off x="7463699" y="1720895"/>
            <a:ext cx="966600" cy="3738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compute 1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227;g2baceab7d03_0_22">
            <a:extLst>
              <a:ext uri="{FF2B5EF4-FFF2-40B4-BE49-F238E27FC236}">
                <a16:creationId xmlns:a16="http://schemas.microsoft.com/office/drawing/2014/main" id="{D52684CA-6708-141A-FB50-9F34B33B6852}"/>
              </a:ext>
            </a:extLst>
          </p:cNvPr>
          <p:cNvSpPr/>
          <p:nvPr/>
        </p:nvSpPr>
        <p:spPr>
          <a:xfrm>
            <a:off x="7463699" y="2155120"/>
            <a:ext cx="966600" cy="3738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compute 2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228;g2baceab7d03_0_22">
            <a:extLst>
              <a:ext uri="{FF2B5EF4-FFF2-40B4-BE49-F238E27FC236}">
                <a16:creationId xmlns:a16="http://schemas.microsoft.com/office/drawing/2014/main" id="{ED02F0E4-1E33-CFE5-394A-4C019A14492A}"/>
              </a:ext>
            </a:extLst>
          </p:cNvPr>
          <p:cNvSpPr txBox="1"/>
          <p:nvPr/>
        </p:nvSpPr>
        <p:spPr>
          <a:xfrm>
            <a:off x="7539899" y="2709595"/>
            <a:ext cx="2735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run jobs here, through scheduler</a:t>
            </a:r>
            <a:endParaRPr sz="1300" b="1" i="1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29;g2baceab7d03_0_22">
            <a:extLst>
              <a:ext uri="{FF2B5EF4-FFF2-40B4-BE49-F238E27FC236}">
                <a16:creationId xmlns:a16="http://schemas.microsoft.com/office/drawing/2014/main" id="{015F1C6D-F30A-CF07-06A1-815D306EF6D9}"/>
              </a:ext>
            </a:extLst>
          </p:cNvPr>
          <p:cNvSpPr txBox="1"/>
          <p:nvPr/>
        </p:nvSpPr>
        <p:spPr>
          <a:xfrm>
            <a:off x="8504999" y="1815145"/>
            <a:ext cx="583500" cy="38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3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230;g2baceab7d03_0_22">
            <a:extLst>
              <a:ext uri="{FF2B5EF4-FFF2-40B4-BE49-F238E27FC236}">
                <a16:creationId xmlns:a16="http://schemas.microsoft.com/office/drawing/2014/main" id="{F600D663-DABA-63C6-5259-8D3E0CDD9158}"/>
              </a:ext>
            </a:extLst>
          </p:cNvPr>
          <p:cNvSpPr/>
          <p:nvPr/>
        </p:nvSpPr>
        <p:spPr>
          <a:xfrm>
            <a:off x="9140099" y="1720895"/>
            <a:ext cx="966600" cy="3738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compute (n-1)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231;g2baceab7d03_0_22">
            <a:extLst>
              <a:ext uri="{FF2B5EF4-FFF2-40B4-BE49-F238E27FC236}">
                <a16:creationId xmlns:a16="http://schemas.microsoft.com/office/drawing/2014/main" id="{92425DC0-DDC5-CF70-E8A9-32ACFDD1E241}"/>
              </a:ext>
            </a:extLst>
          </p:cNvPr>
          <p:cNvSpPr/>
          <p:nvPr/>
        </p:nvSpPr>
        <p:spPr>
          <a:xfrm>
            <a:off x="9140099" y="2155120"/>
            <a:ext cx="966600" cy="3738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compute n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40;g2baceab7d03_0_22">
            <a:extLst>
              <a:ext uri="{FF2B5EF4-FFF2-40B4-BE49-F238E27FC236}">
                <a16:creationId xmlns:a16="http://schemas.microsoft.com/office/drawing/2014/main" id="{C758AE3A-5FB5-726D-AD3A-3F853866CAC2}"/>
              </a:ext>
            </a:extLst>
          </p:cNvPr>
          <p:cNvSpPr txBox="1"/>
          <p:nvPr/>
        </p:nvSpPr>
        <p:spPr>
          <a:xfrm>
            <a:off x="7487649" y="1384220"/>
            <a:ext cx="2653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compute nodes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41;g2baceab7d03_0_22">
            <a:extLst>
              <a:ext uri="{FF2B5EF4-FFF2-40B4-BE49-F238E27FC236}">
                <a16:creationId xmlns:a16="http://schemas.microsoft.com/office/drawing/2014/main" id="{73967ED3-C756-08D2-B1DA-C237A1D9057E}"/>
              </a:ext>
            </a:extLst>
          </p:cNvPr>
          <p:cNvCxnSpPr/>
          <p:nvPr/>
        </p:nvCxnSpPr>
        <p:spPr>
          <a:xfrm>
            <a:off x="6517424" y="2071445"/>
            <a:ext cx="583800" cy="4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" name="Google Shape;242;g2baceab7d03_0_22">
            <a:extLst>
              <a:ext uri="{FF2B5EF4-FFF2-40B4-BE49-F238E27FC236}">
                <a16:creationId xmlns:a16="http://schemas.microsoft.com/office/drawing/2014/main" id="{88AFEE81-FFE3-B71A-2614-3F23D26C1541}"/>
              </a:ext>
            </a:extLst>
          </p:cNvPr>
          <p:cNvSpPr txBox="1"/>
          <p:nvPr/>
        </p:nvSpPr>
        <p:spPr>
          <a:xfrm>
            <a:off x="4262524" y="540970"/>
            <a:ext cx="5133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1" dirty="0">
                <a:latin typeface="Calibri"/>
                <a:ea typeface="Calibri"/>
                <a:cs typeface="Calibri"/>
                <a:sym typeface="Calibri"/>
              </a:rPr>
              <a:t>Running jobs via batch processing</a:t>
            </a:r>
          </a:p>
        </p:txBody>
      </p:sp>
      <p:grpSp>
        <p:nvGrpSpPr>
          <p:cNvPr id="53" name="Google Shape;266;g2baceab7d03_0_57">
            <a:extLst>
              <a:ext uri="{FF2B5EF4-FFF2-40B4-BE49-F238E27FC236}">
                <a16:creationId xmlns:a16="http://schemas.microsoft.com/office/drawing/2014/main" id="{F194819D-D500-B27A-6253-DF26C78E83C4}"/>
              </a:ext>
            </a:extLst>
          </p:cNvPr>
          <p:cNvGrpSpPr/>
          <p:nvPr/>
        </p:nvGrpSpPr>
        <p:grpSpPr>
          <a:xfrm>
            <a:off x="1775171" y="1082839"/>
            <a:ext cx="553000" cy="647625"/>
            <a:chOff x="221775" y="2644700"/>
            <a:chExt cx="553000" cy="647625"/>
          </a:xfrm>
        </p:grpSpPr>
        <p:sp>
          <p:nvSpPr>
            <p:cNvPr id="54" name="Google Shape;267;g2baceab7d03_0_57">
              <a:extLst>
                <a:ext uri="{FF2B5EF4-FFF2-40B4-BE49-F238E27FC236}">
                  <a16:creationId xmlns:a16="http://schemas.microsoft.com/office/drawing/2014/main" id="{50FC9E9D-26F8-9F54-62A1-BE3D276616D3}"/>
                </a:ext>
              </a:extLst>
            </p:cNvPr>
            <p:cNvSpPr/>
            <p:nvPr/>
          </p:nvSpPr>
          <p:spPr>
            <a:xfrm>
              <a:off x="419500" y="2644700"/>
              <a:ext cx="155100" cy="155100"/>
            </a:xfrm>
            <a:prstGeom prst="ellipse">
              <a:avLst/>
            </a:prstGeom>
            <a:solidFill>
              <a:schemeClr val="lt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" name="Google Shape;268;g2baceab7d03_0_57">
              <a:extLst>
                <a:ext uri="{FF2B5EF4-FFF2-40B4-BE49-F238E27FC236}">
                  <a16:creationId xmlns:a16="http://schemas.microsoft.com/office/drawing/2014/main" id="{29CABB3B-AB0A-975F-4226-98F0C1407EF7}"/>
                </a:ext>
              </a:extLst>
            </p:cNvPr>
            <p:cNvCxnSpPr>
              <a:cxnSpLocks/>
              <a:stCxn id="54" idx="4"/>
            </p:cNvCxnSpPr>
            <p:nvPr/>
          </p:nvCxnSpPr>
          <p:spPr>
            <a:xfrm>
              <a:off x="497050" y="2799800"/>
              <a:ext cx="0" cy="246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Google Shape;269;g2baceab7d03_0_57">
              <a:extLst>
                <a:ext uri="{FF2B5EF4-FFF2-40B4-BE49-F238E27FC236}">
                  <a16:creationId xmlns:a16="http://schemas.microsoft.com/office/drawing/2014/main" id="{1855A713-C82B-3EA4-D33A-D3A6D9F2CD6A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501175" y="2702175"/>
              <a:ext cx="273600" cy="191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270;g2baceab7d03_0_57">
              <a:extLst>
                <a:ext uri="{FF2B5EF4-FFF2-40B4-BE49-F238E27FC236}">
                  <a16:creationId xmlns:a16="http://schemas.microsoft.com/office/drawing/2014/main" id="{27B73C81-5E81-9B1F-B190-F763E5053E55}"/>
                </a:ext>
              </a:extLst>
            </p:cNvPr>
            <p:cNvCxnSpPr>
              <a:cxnSpLocks/>
            </p:cNvCxnSpPr>
            <p:nvPr/>
          </p:nvCxnSpPr>
          <p:spPr>
            <a:xfrm>
              <a:off x="221775" y="2702175"/>
              <a:ext cx="273600" cy="191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271;g2baceab7d03_0_57">
              <a:extLst>
                <a:ext uri="{FF2B5EF4-FFF2-40B4-BE49-F238E27FC236}">
                  <a16:creationId xmlns:a16="http://schemas.microsoft.com/office/drawing/2014/main" id="{9899A51D-F553-C141-F262-6BFCDB615193}"/>
                </a:ext>
              </a:extLst>
            </p:cNvPr>
            <p:cNvCxnSpPr>
              <a:cxnSpLocks/>
            </p:cNvCxnSpPr>
            <p:nvPr/>
          </p:nvCxnSpPr>
          <p:spPr>
            <a:xfrm>
              <a:off x="497995" y="3027725"/>
              <a:ext cx="191400" cy="264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272;g2baceab7d03_0_57">
              <a:extLst>
                <a:ext uri="{FF2B5EF4-FFF2-40B4-BE49-F238E27FC236}">
                  <a16:creationId xmlns:a16="http://schemas.microsoft.com/office/drawing/2014/main" id="{718C632B-45DA-0A90-EA4C-DC0E7B6BBBB4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303509" y="3027725"/>
              <a:ext cx="191400" cy="264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62" name="Google Shape;287;g2baceab7d03_0_57">
            <a:extLst>
              <a:ext uri="{FF2B5EF4-FFF2-40B4-BE49-F238E27FC236}">
                <a16:creationId xmlns:a16="http://schemas.microsoft.com/office/drawing/2014/main" id="{FB77F31E-9CF8-C2E5-EFF1-16A863DF897B}"/>
              </a:ext>
            </a:extLst>
          </p:cNvPr>
          <p:cNvCxnSpPr>
            <a:cxnSpLocks/>
            <a:stCxn id="4" idx="2"/>
            <a:endCxn id="19" idx="2"/>
          </p:cNvCxnSpPr>
          <p:nvPr/>
        </p:nvCxnSpPr>
        <p:spPr>
          <a:xfrm rot="5400000" flipH="1" flipV="1">
            <a:off x="7138624" y="53045"/>
            <a:ext cx="8900" cy="4960650"/>
          </a:xfrm>
          <a:prstGeom prst="bentConnector3">
            <a:avLst>
              <a:gd name="adj1" fmla="val -2568539"/>
            </a:avLst>
          </a:prstGeom>
          <a:ln>
            <a:prstDash val="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Google Shape;224;g2baceab7d03_0_22">
            <a:extLst>
              <a:ext uri="{FF2B5EF4-FFF2-40B4-BE49-F238E27FC236}">
                <a16:creationId xmlns:a16="http://schemas.microsoft.com/office/drawing/2014/main" id="{8C24AA13-1E80-81E3-4C32-7F965DBCF972}"/>
              </a:ext>
            </a:extLst>
          </p:cNvPr>
          <p:cNvSpPr txBox="1"/>
          <p:nvPr/>
        </p:nvSpPr>
        <p:spPr>
          <a:xfrm>
            <a:off x="5342116" y="2727073"/>
            <a:ext cx="139530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ssh:  to see job running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3CB584B-F233-89BF-22B9-FB7ECF82DD1D}"/>
              </a:ext>
            </a:extLst>
          </p:cNvPr>
          <p:cNvSpPr txBox="1"/>
          <p:nvPr/>
        </p:nvSpPr>
        <p:spPr>
          <a:xfrm>
            <a:off x="1734384" y="1782900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</a:t>
            </a:r>
          </a:p>
        </p:txBody>
      </p:sp>
      <p:sp>
        <p:nvSpPr>
          <p:cNvPr id="66" name="Google Shape;212;g2baceab7d03_0_22">
            <a:extLst>
              <a:ext uri="{FF2B5EF4-FFF2-40B4-BE49-F238E27FC236}">
                <a16:creationId xmlns:a16="http://schemas.microsoft.com/office/drawing/2014/main" id="{3F7B0274-D2AE-70E3-37D2-FB64449B5054}"/>
              </a:ext>
            </a:extLst>
          </p:cNvPr>
          <p:cNvSpPr/>
          <p:nvPr/>
        </p:nvSpPr>
        <p:spPr>
          <a:xfrm>
            <a:off x="7990174" y="4534766"/>
            <a:ext cx="3629700" cy="12039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214;g2baceab7d03_0_22">
            <a:extLst>
              <a:ext uri="{FF2B5EF4-FFF2-40B4-BE49-F238E27FC236}">
                <a16:creationId xmlns:a16="http://schemas.microsoft.com/office/drawing/2014/main" id="{2F2CDE8C-D657-4C8F-1775-D9F7BAF02708}"/>
              </a:ext>
            </a:extLst>
          </p:cNvPr>
          <p:cNvSpPr/>
          <p:nvPr/>
        </p:nvSpPr>
        <p:spPr>
          <a:xfrm>
            <a:off x="5062149" y="4677420"/>
            <a:ext cx="903000" cy="3738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head 1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215;g2baceab7d03_0_22">
            <a:extLst>
              <a:ext uri="{FF2B5EF4-FFF2-40B4-BE49-F238E27FC236}">
                <a16:creationId xmlns:a16="http://schemas.microsoft.com/office/drawing/2014/main" id="{0175BD50-677C-9C98-8DEF-E5BCC9FAF8AF}"/>
              </a:ext>
            </a:extLst>
          </p:cNvPr>
          <p:cNvSpPr/>
          <p:nvPr/>
        </p:nvSpPr>
        <p:spPr>
          <a:xfrm>
            <a:off x="5062149" y="5224720"/>
            <a:ext cx="903000" cy="3738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head 2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216;g2baceab7d03_0_22">
            <a:extLst>
              <a:ext uri="{FF2B5EF4-FFF2-40B4-BE49-F238E27FC236}">
                <a16:creationId xmlns:a16="http://schemas.microsoft.com/office/drawing/2014/main" id="{C1D74F01-A960-B5E8-5374-C251D44B3609}"/>
              </a:ext>
            </a:extLst>
          </p:cNvPr>
          <p:cNvSpPr/>
          <p:nvPr/>
        </p:nvSpPr>
        <p:spPr>
          <a:xfrm rot="16200000">
            <a:off x="6717474" y="4903695"/>
            <a:ext cx="921000" cy="4569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slurm scheduler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217;g2baceab7d03_0_22">
            <a:extLst>
              <a:ext uri="{FF2B5EF4-FFF2-40B4-BE49-F238E27FC236}">
                <a16:creationId xmlns:a16="http://schemas.microsoft.com/office/drawing/2014/main" id="{681D788C-58D9-8B23-7F4F-DFF2710AF945}"/>
              </a:ext>
            </a:extLst>
          </p:cNvPr>
          <p:cNvCxnSpPr>
            <a:cxnSpLocks/>
            <a:stCxn id="67" idx="3"/>
          </p:cNvCxnSpPr>
          <p:nvPr/>
        </p:nvCxnSpPr>
        <p:spPr>
          <a:xfrm>
            <a:off x="5965149" y="4864320"/>
            <a:ext cx="1004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" name="Google Shape;218;g2baceab7d03_0_22">
            <a:extLst>
              <a:ext uri="{FF2B5EF4-FFF2-40B4-BE49-F238E27FC236}">
                <a16:creationId xmlns:a16="http://schemas.microsoft.com/office/drawing/2014/main" id="{B03FC7FF-A69A-EE4B-B9A1-15FB3C330AE4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5965149" y="5411620"/>
            <a:ext cx="1004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" name="Google Shape;219;g2baceab7d03_0_22">
            <a:extLst>
              <a:ext uri="{FF2B5EF4-FFF2-40B4-BE49-F238E27FC236}">
                <a16:creationId xmlns:a16="http://schemas.microsoft.com/office/drawing/2014/main" id="{3F4F8E99-4281-CE1A-F635-07B76E23AE27}"/>
              </a:ext>
            </a:extLst>
          </p:cNvPr>
          <p:cNvSpPr txBox="1"/>
          <p:nvPr/>
        </p:nvSpPr>
        <p:spPr>
          <a:xfrm>
            <a:off x="5742726" y="4330920"/>
            <a:ext cx="139530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submit job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300" dirty="0" err="1">
                <a:latin typeface="Calibri"/>
                <a:ea typeface="Calibri"/>
                <a:cs typeface="Calibri"/>
                <a:sym typeface="Calibri"/>
              </a:rPr>
              <a:t>slurm</a:t>
            </a: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script)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220;g2baceab7d03_0_22">
            <a:extLst>
              <a:ext uri="{FF2B5EF4-FFF2-40B4-BE49-F238E27FC236}">
                <a16:creationId xmlns:a16="http://schemas.microsoft.com/office/drawing/2014/main" id="{BAD12141-5D50-D1C0-F71E-339202CCBA2A}"/>
              </a:ext>
            </a:extLst>
          </p:cNvPr>
          <p:cNvSpPr txBox="1"/>
          <p:nvPr/>
        </p:nvSpPr>
        <p:spPr>
          <a:xfrm>
            <a:off x="5742726" y="4889720"/>
            <a:ext cx="139530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submit job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300" dirty="0" err="1">
                <a:latin typeface="Calibri"/>
                <a:ea typeface="Calibri"/>
                <a:cs typeface="Calibri"/>
                <a:sym typeface="Calibri"/>
              </a:rPr>
              <a:t>slurm</a:t>
            </a: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script)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221;g2baceab7d03_0_22">
            <a:extLst>
              <a:ext uri="{FF2B5EF4-FFF2-40B4-BE49-F238E27FC236}">
                <a16:creationId xmlns:a16="http://schemas.microsoft.com/office/drawing/2014/main" id="{952F3FEB-87E2-7A2E-C8D8-E7020B3B47B0}"/>
              </a:ext>
            </a:extLst>
          </p:cNvPr>
          <p:cNvSpPr/>
          <p:nvPr/>
        </p:nvSpPr>
        <p:spPr>
          <a:xfrm>
            <a:off x="1015532" y="4945245"/>
            <a:ext cx="903000" cy="3738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web browser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222;g2baceab7d03_0_22">
            <a:extLst>
              <a:ext uri="{FF2B5EF4-FFF2-40B4-BE49-F238E27FC236}">
                <a16:creationId xmlns:a16="http://schemas.microsoft.com/office/drawing/2014/main" id="{71A24F62-0A86-5599-4A09-3C05CA3F1BA0}"/>
              </a:ext>
            </a:extLst>
          </p:cNvPr>
          <p:cNvCxnSpPr>
            <a:cxnSpLocks/>
            <a:stCxn id="123" idx="3"/>
            <a:endCxn id="67" idx="1"/>
          </p:cNvCxnSpPr>
          <p:nvPr/>
        </p:nvCxnSpPr>
        <p:spPr>
          <a:xfrm flipV="1">
            <a:off x="4813754" y="4864320"/>
            <a:ext cx="248395" cy="266241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77" name="Google Shape;224;g2baceab7d03_0_22">
            <a:extLst>
              <a:ext uri="{FF2B5EF4-FFF2-40B4-BE49-F238E27FC236}">
                <a16:creationId xmlns:a16="http://schemas.microsoft.com/office/drawing/2014/main" id="{E0C8C208-6C33-1445-32E7-30E62840F72D}"/>
              </a:ext>
            </a:extLst>
          </p:cNvPr>
          <p:cNvSpPr txBox="1"/>
          <p:nvPr/>
        </p:nvSpPr>
        <p:spPr>
          <a:xfrm>
            <a:off x="1155327" y="5658746"/>
            <a:ext cx="90300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Log in to OOD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226;g2baceab7d03_0_22">
            <a:extLst>
              <a:ext uri="{FF2B5EF4-FFF2-40B4-BE49-F238E27FC236}">
                <a16:creationId xmlns:a16="http://schemas.microsoft.com/office/drawing/2014/main" id="{C0E9F828-7BB7-712E-60BB-D9984010FBE8}"/>
              </a:ext>
            </a:extLst>
          </p:cNvPr>
          <p:cNvSpPr/>
          <p:nvPr/>
        </p:nvSpPr>
        <p:spPr>
          <a:xfrm>
            <a:off x="8352699" y="4781595"/>
            <a:ext cx="966600" cy="3738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compute 1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227;g2baceab7d03_0_22">
            <a:extLst>
              <a:ext uri="{FF2B5EF4-FFF2-40B4-BE49-F238E27FC236}">
                <a16:creationId xmlns:a16="http://schemas.microsoft.com/office/drawing/2014/main" id="{BE3D8369-8234-A653-A626-6991543892F3}"/>
              </a:ext>
            </a:extLst>
          </p:cNvPr>
          <p:cNvSpPr/>
          <p:nvPr/>
        </p:nvSpPr>
        <p:spPr>
          <a:xfrm>
            <a:off x="8352699" y="5215820"/>
            <a:ext cx="966600" cy="3738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compute 2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228;g2baceab7d03_0_22">
            <a:extLst>
              <a:ext uri="{FF2B5EF4-FFF2-40B4-BE49-F238E27FC236}">
                <a16:creationId xmlns:a16="http://schemas.microsoft.com/office/drawing/2014/main" id="{E84642F9-114C-089A-E87B-522BB6559702}"/>
              </a:ext>
            </a:extLst>
          </p:cNvPr>
          <p:cNvSpPr txBox="1"/>
          <p:nvPr/>
        </p:nvSpPr>
        <p:spPr>
          <a:xfrm>
            <a:off x="8873399" y="6303695"/>
            <a:ext cx="2735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run jobs here, through scheduler</a:t>
            </a:r>
            <a:endParaRPr sz="1300" b="1" i="1" dirty="0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229;g2baceab7d03_0_22">
            <a:extLst>
              <a:ext uri="{FF2B5EF4-FFF2-40B4-BE49-F238E27FC236}">
                <a16:creationId xmlns:a16="http://schemas.microsoft.com/office/drawing/2014/main" id="{3E5F0311-116D-0FC4-B60E-F497E5229261}"/>
              </a:ext>
            </a:extLst>
          </p:cNvPr>
          <p:cNvSpPr txBox="1"/>
          <p:nvPr/>
        </p:nvSpPr>
        <p:spPr>
          <a:xfrm>
            <a:off x="9393999" y="4875845"/>
            <a:ext cx="583500" cy="38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3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230;g2baceab7d03_0_22">
            <a:extLst>
              <a:ext uri="{FF2B5EF4-FFF2-40B4-BE49-F238E27FC236}">
                <a16:creationId xmlns:a16="http://schemas.microsoft.com/office/drawing/2014/main" id="{559921F5-7C06-86BA-83FB-C39AA9F5BF74}"/>
              </a:ext>
            </a:extLst>
          </p:cNvPr>
          <p:cNvSpPr/>
          <p:nvPr/>
        </p:nvSpPr>
        <p:spPr>
          <a:xfrm>
            <a:off x="10029099" y="4781595"/>
            <a:ext cx="966600" cy="3738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compute (n-1)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231;g2baceab7d03_0_22">
            <a:extLst>
              <a:ext uri="{FF2B5EF4-FFF2-40B4-BE49-F238E27FC236}">
                <a16:creationId xmlns:a16="http://schemas.microsoft.com/office/drawing/2014/main" id="{99E26733-4D20-93C5-EDAB-80051C4719C2}"/>
              </a:ext>
            </a:extLst>
          </p:cNvPr>
          <p:cNvSpPr/>
          <p:nvPr/>
        </p:nvSpPr>
        <p:spPr>
          <a:xfrm>
            <a:off x="10029099" y="5215820"/>
            <a:ext cx="966600" cy="3738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compute n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240;g2baceab7d03_0_22">
            <a:extLst>
              <a:ext uri="{FF2B5EF4-FFF2-40B4-BE49-F238E27FC236}">
                <a16:creationId xmlns:a16="http://schemas.microsoft.com/office/drawing/2014/main" id="{AC2CED65-9EB4-02D5-4663-8CCF36A3477C}"/>
              </a:ext>
            </a:extLst>
          </p:cNvPr>
          <p:cNvSpPr txBox="1"/>
          <p:nvPr/>
        </p:nvSpPr>
        <p:spPr>
          <a:xfrm>
            <a:off x="8376649" y="4444920"/>
            <a:ext cx="2653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compute nodes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241;g2baceab7d03_0_22">
            <a:extLst>
              <a:ext uri="{FF2B5EF4-FFF2-40B4-BE49-F238E27FC236}">
                <a16:creationId xmlns:a16="http://schemas.microsoft.com/office/drawing/2014/main" id="{71B15418-8FE0-F39F-5D15-98065A4DB45B}"/>
              </a:ext>
            </a:extLst>
          </p:cNvPr>
          <p:cNvCxnSpPr/>
          <p:nvPr/>
        </p:nvCxnSpPr>
        <p:spPr>
          <a:xfrm>
            <a:off x="7406424" y="5132145"/>
            <a:ext cx="583800" cy="4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6" name="Google Shape;242;g2baceab7d03_0_22">
            <a:extLst>
              <a:ext uri="{FF2B5EF4-FFF2-40B4-BE49-F238E27FC236}">
                <a16:creationId xmlns:a16="http://schemas.microsoft.com/office/drawing/2014/main" id="{37BB859A-1A48-58B9-BF1C-4BAFD8F7C690}"/>
              </a:ext>
            </a:extLst>
          </p:cNvPr>
          <p:cNvSpPr txBox="1"/>
          <p:nvPr/>
        </p:nvSpPr>
        <p:spPr>
          <a:xfrm>
            <a:off x="4262524" y="3601670"/>
            <a:ext cx="5133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1" dirty="0">
                <a:latin typeface="Calibri"/>
                <a:ea typeface="Calibri"/>
                <a:cs typeface="Calibri"/>
                <a:sym typeface="Calibri"/>
              </a:rPr>
              <a:t>Running jobs via Open OnDemand (OOD)</a:t>
            </a:r>
          </a:p>
        </p:txBody>
      </p:sp>
      <p:cxnSp>
        <p:nvCxnSpPr>
          <p:cNvPr id="94" name="Google Shape;287;g2baceab7d03_0_57">
            <a:extLst>
              <a:ext uri="{FF2B5EF4-FFF2-40B4-BE49-F238E27FC236}">
                <a16:creationId xmlns:a16="http://schemas.microsoft.com/office/drawing/2014/main" id="{19F3FF72-120E-9F49-3C7F-DEE750561075}"/>
              </a:ext>
            </a:extLst>
          </p:cNvPr>
          <p:cNvCxnSpPr>
            <a:cxnSpLocks/>
            <a:stCxn id="137" idx="3"/>
            <a:endCxn id="83" idx="2"/>
          </p:cNvCxnSpPr>
          <p:nvPr/>
        </p:nvCxnSpPr>
        <p:spPr>
          <a:xfrm flipV="1">
            <a:off x="3107850" y="5589620"/>
            <a:ext cx="7404549" cy="722998"/>
          </a:xfrm>
          <a:prstGeom prst="bentConnector2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5" name="Google Shape;224;g2baceab7d03_0_22">
            <a:extLst>
              <a:ext uri="{FF2B5EF4-FFF2-40B4-BE49-F238E27FC236}">
                <a16:creationId xmlns:a16="http://schemas.microsoft.com/office/drawing/2014/main" id="{03E7DF76-2C5C-4026-A67F-72FF4D1CFF5B}"/>
              </a:ext>
            </a:extLst>
          </p:cNvPr>
          <p:cNvSpPr txBox="1"/>
          <p:nvPr/>
        </p:nvSpPr>
        <p:spPr>
          <a:xfrm>
            <a:off x="6332716" y="6257673"/>
            <a:ext cx="139530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ssh:  to see job running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57FD88F-ED76-2A76-A29D-3A61205E974D}"/>
              </a:ext>
            </a:extLst>
          </p:cNvPr>
          <p:cNvGrpSpPr/>
          <p:nvPr/>
        </p:nvGrpSpPr>
        <p:grpSpPr>
          <a:xfrm>
            <a:off x="269938" y="4094051"/>
            <a:ext cx="623889" cy="1069393"/>
            <a:chOff x="384238" y="5478351"/>
            <a:chExt cx="623889" cy="1069393"/>
          </a:xfrm>
        </p:grpSpPr>
        <p:grpSp>
          <p:nvGrpSpPr>
            <p:cNvPr id="87" name="Google Shape;266;g2baceab7d03_0_57">
              <a:extLst>
                <a:ext uri="{FF2B5EF4-FFF2-40B4-BE49-F238E27FC236}">
                  <a16:creationId xmlns:a16="http://schemas.microsoft.com/office/drawing/2014/main" id="{5637BB81-72A8-8D61-FFBB-49DC2273D2E5}"/>
                </a:ext>
              </a:extLst>
            </p:cNvPr>
            <p:cNvGrpSpPr/>
            <p:nvPr/>
          </p:nvGrpSpPr>
          <p:grpSpPr>
            <a:xfrm>
              <a:off x="414517" y="5478351"/>
              <a:ext cx="553000" cy="647625"/>
              <a:chOff x="221775" y="2644700"/>
              <a:chExt cx="553000" cy="647625"/>
            </a:xfrm>
          </p:grpSpPr>
          <p:sp>
            <p:nvSpPr>
              <p:cNvPr id="88" name="Google Shape;267;g2baceab7d03_0_57">
                <a:extLst>
                  <a:ext uri="{FF2B5EF4-FFF2-40B4-BE49-F238E27FC236}">
                    <a16:creationId xmlns:a16="http://schemas.microsoft.com/office/drawing/2014/main" id="{BD9D3D23-9399-DD86-EFF6-1773C0B54820}"/>
                  </a:ext>
                </a:extLst>
              </p:cNvPr>
              <p:cNvSpPr/>
              <p:nvPr/>
            </p:nvSpPr>
            <p:spPr>
              <a:xfrm>
                <a:off x="419500" y="2644700"/>
                <a:ext cx="155100" cy="155100"/>
              </a:xfrm>
              <a:prstGeom prst="ellipse">
                <a:avLst/>
              </a:pr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9" name="Google Shape;268;g2baceab7d03_0_57">
                <a:extLst>
                  <a:ext uri="{FF2B5EF4-FFF2-40B4-BE49-F238E27FC236}">
                    <a16:creationId xmlns:a16="http://schemas.microsoft.com/office/drawing/2014/main" id="{3BF7C669-2C8A-151C-CDBC-0BDCE554ACB2}"/>
                  </a:ext>
                </a:extLst>
              </p:cNvPr>
              <p:cNvCxnSpPr>
                <a:cxnSpLocks/>
                <a:stCxn id="88" idx="4"/>
              </p:cNvCxnSpPr>
              <p:nvPr/>
            </p:nvCxnSpPr>
            <p:spPr>
              <a:xfrm>
                <a:off x="497050" y="2799800"/>
                <a:ext cx="0" cy="246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" name="Google Shape;269;g2baceab7d03_0_57">
                <a:extLst>
                  <a:ext uri="{FF2B5EF4-FFF2-40B4-BE49-F238E27FC236}">
                    <a16:creationId xmlns:a16="http://schemas.microsoft.com/office/drawing/2014/main" id="{9518CADD-7E51-D04D-19B6-408F7021DDA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501175" y="2702175"/>
                <a:ext cx="273600" cy="191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" name="Google Shape;270;g2baceab7d03_0_57">
                <a:extLst>
                  <a:ext uri="{FF2B5EF4-FFF2-40B4-BE49-F238E27FC236}">
                    <a16:creationId xmlns:a16="http://schemas.microsoft.com/office/drawing/2014/main" id="{BFDCD5F2-7D69-5D51-E0E4-D19323499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775" y="2702175"/>
                <a:ext cx="273600" cy="191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" name="Google Shape;271;g2baceab7d03_0_57">
                <a:extLst>
                  <a:ext uri="{FF2B5EF4-FFF2-40B4-BE49-F238E27FC236}">
                    <a16:creationId xmlns:a16="http://schemas.microsoft.com/office/drawing/2014/main" id="{246F3691-53ED-DA8D-53D6-2A77CB3788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995" y="3027725"/>
                <a:ext cx="191400" cy="264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" name="Google Shape;272;g2baceab7d03_0_57">
                <a:extLst>
                  <a:ext uri="{FF2B5EF4-FFF2-40B4-BE49-F238E27FC236}">
                    <a16:creationId xmlns:a16="http://schemas.microsoft.com/office/drawing/2014/main" id="{BFC070DD-7E94-0E87-564F-3D4C5505489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303509" y="3027725"/>
                <a:ext cx="191400" cy="264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DB793F6-8114-69E9-062B-AEA13E41671B}"/>
                </a:ext>
              </a:extLst>
            </p:cNvPr>
            <p:cNvSpPr txBox="1"/>
            <p:nvPr/>
          </p:nvSpPr>
          <p:spPr>
            <a:xfrm>
              <a:off x="384238" y="6178412"/>
              <a:ext cx="6238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user</a:t>
              </a:r>
            </a:p>
          </p:txBody>
        </p:sp>
      </p:grpSp>
      <p:sp>
        <p:nvSpPr>
          <p:cNvPr id="97" name="Google Shape;221;g2baceab7d03_0_22">
            <a:extLst>
              <a:ext uri="{FF2B5EF4-FFF2-40B4-BE49-F238E27FC236}">
                <a16:creationId xmlns:a16="http://schemas.microsoft.com/office/drawing/2014/main" id="{BEC37770-7AEC-DA07-8736-439B777C7C75}"/>
              </a:ext>
            </a:extLst>
          </p:cNvPr>
          <p:cNvSpPr/>
          <p:nvPr/>
        </p:nvSpPr>
        <p:spPr>
          <a:xfrm>
            <a:off x="1015532" y="4310390"/>
            <a:ext cx="903000" cy="3738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laptop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6FED1FC2-72E7-A25E-7F79-3CF114905DF6}"/>
              </a:ext>
            </a:extLst>
          </p:cNvPr>
          <p:cNvCxnSpPr>
            <a:cxnSpLocks/>
            <a:stCxn id="97" idx="2"/>
            <a:endCxn id="74" idx="0"/>
          </p:cNvCxnSpPr>
          <p:nvPr/>
        </p:nvCxnSpPr>
        <p:spPr>
          <a:xfrm>
            <a:off x="1467032" y="4684190"/>
            <a:ext cx="0" cy="2610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10EA69C-3871-DA61-A206-2E415055739E}"/>
              </a:ext>
            </a:extLst>
          </p:cNvPr>
          <p:cNvGrpSpPr/>
          <p:nvPr/>
        </p:nvGrpSpPr>
        <p:grpSpPr>
          <a:xfrm>
            <a:off x="2220188" y="4647911"/>
            <a:ext cx="866366" cy="965300"/>
            <a:chOff x="3019831" y="5892700"/>
            <a:chExt cx="903000" cy="965300"/>
          </a:xfrm>
        </p:grpSpPr>
        <p:sp>
          <p:nvSpPr>
            <p:cNvPr id="103" name="Google Shape;221;g2baceab7d03_0_22">
              <a:extLst>
                <a:ext uri="{FF2B5EF4-FFF2-40B4-BE49-F238E27FC236}">
                  <a16:creationId xmlns:a16="http://schemas.microsoft.com/office/drawing/2014/main" id="{B82D0434-593E-6BE8-E9A8-8F497ACC0C63}"/>
                </a:ext>
              </a:extLst>
            </p:cNvPr>
            <p:cNvSpPr/>
            <p:nvPr/>
          </p:nvSpPr>
          <p:spPr>
            <a:xfrm>
              <a:off x="3019831" y="5892700"/>
              <a:ext cx="903000" cy="9653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41A39FEE-9EB5-F9BA-E4C1-3E50E42A3584}"/>
                </a:ext>
              </a:extLst>
            </p:cNvPr>
            <p:cNvSpPr/>
            <p:nvPr/>
          </p:nvSpPr>
          <p:spPr>
            <a:xfrm>
              <a:off x="3124200" y="6108700"/>
              <a:ext cx="647700" cy="64396"/>
            </a:xfrm>
            <a:custGeom>
              <a:avLst/>
              <a:gdLst>
                <a:gd name="connsiteX0" fmla="*/ 0 w 647700"/>
                <a:gd name="connsiteY0" fmla="*/ 25400 h 64396"/>
                <a:gd name="connsiteX1" fmla="*/ 152400 w 647700"/>
                <a:gd name="connsiteY1" fmla="*/ 50800 h 64396"/>
                <a:gd name="connsiteX2" fmla="*/ 228600 w 647700"/>
                <a:gd name="connsiteY2" fmla="*/ 0 h 64396"/>
                <a:gd name="connsiteX3" fmla="*/ 304800 w 647700"/>
                <a:gd name="connsiteY3" fmla="*/ 38100 h 64396"/>
                <a:gd name="connsiteX4" fmla="*/ 342900 w 647700"/>
                <a:gd name="connsiteY4" fmla="*/ 25400 h 64396"/>
                <a:gd name="connsiteX5" fmla="*/ 495300 w 647700"/>
                <a:gd name="connsiteY5" fmla="*/ 38100 h 64396"/>
                <a:gd name="connsiteX6" fmla="*/ 533400 w 647700"/>
                <a:gd name="connsiteY6" fmla="*/ 50800 h 64396"/>
                <a:gd name="connsiteX7" fmla="*/ 647700 w 647700"/>
                <a:gd name="connsiteY7" fmla="*/ 50800 h 64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47700" h="64396">
                  <a:moveTo>
                    <a:pt x="0" y="25400"/>
                  </a:moveTo>
                  <a:cubicBezTo>
                    <a:pt x="67794" y="54454"/>
                    <a:pt x="84701" y="81572"/>
                    <a:pt x="152400" y="50800"/>
                  </a:cubicBezTo>
                  <a:cubicBezTo>
                    <a:pt x="180191" y="38168"/>
                    <a:pt x="228600" y="0"/>
                    <a:pt x="228600" y="0"/>
                  </a:cubicBezTo>
                  <a:cubicBezTo>
                    <a:pt x="247863" y="12842"/>
                    <a:pt x="278510" y="38100"/>
                    <a:pt x="304800" y="38100"/>
                  </a:cubicBezTo>
                  <a:cubicBezTo>
                    <a:pt x="318187" y="38100"/>
                    <a:pt x="330200" y="29633"/>
                    <a:pt x="342900" y="25400"/>
                  </a:cubicBezTo>
                  <a:cubicBezTo>
                    <a:pt x="393700" y="29633"/>
                    <a:pt x="444771" y="31363"/>
                    <a:pt x="495300" y="38100"/>
                  </a:cubicBezTo>
                  <a:cubicBezTo>
                    <a:pt x="508570" y="39869"/>
                    <a:pt x="520059" y="49688"/>
                    <a:pt x="533400" y="50800"/>
                  </a:cubicBezTo>
                  <a:cubicBezTo>
                    <a:pt x="571368" y="53964"/>
                    <a:pt x="609600" y="50800"/>
                    <a:pt x="647700" y="508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C2DFC45B-B438-188C-6FCF-B684F0BC65CE}"/>
                </a:ext>
              </a:extLst>
            </p:cNvPr>
            <p:cNvSpPr/>
            <p:nvPr/>
          </p:nvSpPr>
          <p:spPr>
            <a:xfrm>
              <a:off x="3149600" y="6299200"/>
              <a:ext cx="660400" cy="167492"/>
            </a:xfrm>
            <a:custGeom>
              <a:avLst/>
              <a:gdLst>
                <a:gd name="connsiteX0" fmla="*/ 0 w 660400"/>
                <a:gd name="connsiteY0" fmla="*/ 101600 h 167492"/>
                <a:gd name="connsiteX1" fmla="*/ 88900 w 660400"/>
                <a:gd name="connsiteY1" fmla="*/ 38100 h 167492"/>
                <a:gd name="connsiteX2" fmla="*/ 127000 w 660400"/>
                <a:gd name="connsiteY2" fmla="*/ 25400 h 167492"/>
                <a:gd name="connsiteX3" fmla="*/ 165100 w 660400"/>
                <a:gd name="connsiteY3" fmla="*/ 0 h 167492"/>
                <a:gd name="connsiteX4" fmla="*/ 177800 w 660400"/>
                <a:gd name="connsiteY4" fmla="*/ 38100 h 167492"/>
                <a:gd name="connsiteX5" fmla="*/ 228600 w 660400"/>
                <a:gd name="connsiteY5" fmla="*/ 50800 h 167492"/>
                <a:gd name="connsiteX6" fmla="*/ 266700 w 660400"/>
                <a:gd name="connsiteY6" fmla="*/ 76200 h 167492"/>
                <a:gd name="connsiteX7" fmla="*/ 279400 w 660400"/>
                <a:gd name="connsiteY7" fmla="*/ 114300 h 167492"/>
                <a:gd name="connsiteX8" fmla="*/ 292100 w 660400"/>
                <a:gd name="connsiteY8" fmla="*/ 165100 h 167492"/>
                <a:gd name="connsiteX9" fmla="*/ 330200 w 660400"/>
                <a:gd name="connsiteY9" fmla="*/ 152400 h 167492"/>
                <a:gd name="connsiteX10" fmla="*/ 444500 w 660400"/>
                <a:gd name="connsiteY10" fmla="*/ 76200 h 167492"/>
                <a:gd name="connsiteX11" fmla="*/ 482600 w 660400"/>
                <a:gd name="connsiteY11" fmla="*/ 50800 h 167492"/>
                <a:gd name="connsiteX12" fmla="*/ 520700 w 660400"/>
                <a:gd name="connsiteY12" fmla="*/ 25400 h 167492"/>
                <a:gd name="connsiteX13" fmla="*/ 546100 w 660400"/>
                <a:gd name="connsiteY13" fmla="*/ 76200 h 167492"/>
                <a:gd name="connsiteX14" fmla="*/ 622300 w 660400"/>
                <a:gd name="connsiteY14" fmla="*/ 50800 h 167492"/>
                <a:gd name="connsiteX15" fmla="*/ 660400 w 660400"/>
                <a:gd name="connsiteY15" fmla="*/ 25400 h 16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60400" h="167492">
                  <a:moveTo>
                    <a:pt x="0" y="101600"/>
                  </a:moveTo>
                  <a:cubicBezTo>
                    <a:pt x="29633" y="80433"/>
                    <a:pt x="57673" y="56836"/>
                    <a:pt x="88900" y="38100"/>
                  </a:cubicBezTo>
                  <a:cubicBezTo>
                    <a:pt x="100379" y="31212"/>
                    <a:pt x="115026" y="31387"/>
                    <a:pt x="127000" y="25400"/>
                  </a:cubicBezTo>
                  <a:cubicBezTo>
                    <a:pt x="140652" y="18574"/>
                    <a:pt x="152400" y="8467"/>
                    <a:pt x="165100" y="0"/>
                  </a:cubicBezTo>
                  <a:cubicBezTo>
                    <a:pt x="169333" y="12700"/>
                    <a:pt x="167347" y="29737"/>
                    <a:pt x="177800" y="38100"/>
                  </a:cubicBezTo>
                  <a:cubicBezTo>
                    <a:pt x="191430" y="49004"/>
                    <a:pt x="212557" y="43924"/>
                    <a:pt x="228600" y="50800"/>
                  </a:cubicBezTo>
                  <a:cubicBezTo>
                    <a:pt x="242629" y="56813"/>
                    <a:pt x="254000" y="67733"/>
                    <a:pt x="266700" y="76200"/>
                  </a:cubicBezTo>
                  <a:cubicBezTo>
                    <a:pt x="270933" y="88900"/>
                    <a:pt x="275722" y="101428"/>
                    <a:pt x="279400" y="114300"/>
                  </a:cubicBezTo>
                  <a:cubicBezTo>
                    <a:pt x="284195" y="131083"/>
                    <a:pt x="278136" y="154627"/>
                    <a:pt x="292100" y="165100"/>
                  </a:cubicBezTo>
                  <a:cubicBezTo>
                    <a:pt x="302810" y="173132"/>
                    <a:pt x="318498" y="158901"/>
                    <a:pt x="330200" y="152400"/>
                  </a:cubicBezTo>
                  <a:lnTo>
                    <a:pt x="444500" y="76200"/>
                  </a:lnTo>
                  <a:lnTo>
                    <a:pt x="482600" y="50800"/>
                  </a:lnTo>
                  <a:lnTo>
                    <a:pt x="520700" y="25400"/>
                  </a:lnTo>
                  <a:cubicBezTo>
                    <a:pt x="511582" y="52754"/>
                    <a:pt x="487485" y="82713"/>
                    <a:pt x="546100" y="76200"/>
                  </a:cubicBezTo>
                  <a:cubicBezTo>
                    <a:pt x="572710" y="73243"/>
                    <a:pt x="600023" y="65652"/>
                    <a:pt x="622300" y="50800"/>
                  </a:cubicBezTo>
                  <a:lnTo>
                    <a:pt x="660400" y="2540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87E4FEF3-3BEA-028F-1425-FB62E4687DD5}"/>
                </a:ext>
              </a:extLst>
            </p:cNvPr>
            <p:cNvSpPr/>
            <p:nvPr/>
          </p:nvSpPr>
          <p:spPr>
            <a:xfrm>
              <a:off x="3124200" y="6604000"/>
              <a:ext cx="664050" cy="76200"/>
            </a:xfrm>
            <a:custGeom>
              <a:avLst/>
              <a:gdLst>
                <a:gd name="connsiteX0" fmla="*/ 0 w 664050"/>
                <a:gd name="connsiteY0" fmla="*/ 63500 h 76200"/>
                <a:gd name="connsiteX1" fmla="*/ 88900 w 664050"/>
                <a:gd name="connsiteY1" fmla="*/ 12700 h 76200"/>
                <a:gd name="connsiteX2" fmla="*/ 127000 w 664050"/>
                <a:gd name="connsiteY2" fmla="*/ 0 h 76200"/>
                <a:gd name="connsiteX3" fmla="*/ 190500 w 664050"/>
                <a:gd name="connsiteY3" fmla="*/ 12700 h 76200"/>
                <a:gd name="connsiteX4" fmla="*/ 266700 w 664050"/>
                <a:gd name="connsiteY4" fmla="*/ 50800 h 76200"/>
                <a:gd name="connsiteX5" fmla="*/ 342900 w 664050"/>
                <a:gd name="connsiteY5" fmla="*/ 76200 h 76200"/>
                <a:gd name="connsiteX6" fmla="*/ 431800 w 664050"/>
                <a:gd name="connsiteY6" fmla="*/ 50800 h 76200"/>
                <a:gd name="connsiteX7" fmla="*/ 495300 w 664050"/>
                <a:gd name="connsiteY7" fmla="*/ 0 h 76200"/>
                <a:gd name="connsiteX8" fmla="*/ 609600 w 664050"/>
                <a:gd name="connsiteY8" fmla="*/ 12700 h 76200"/>
                <a:gd name="connsiteX9" fmla="*/ 660400 w 664050"/>
                <a:gd name="connsiteY9" fmla="*/ 25400 h 76200"/>
                <a:gd name="connsiteX10" fmla="*/ 660400 w 664050"/>
                <a:gd name="connsiteY10" fmla="*/ 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4050" h="76200">
                  <a:moveTo>
                    <a:pt x="0" y="63500"/>
                  </a:moveTo>
                  <a:cubicBezTo>
                    <a:pt x="29633" y="46567"/>
                    <a:pt x="58373" y="27964"/>
                    <a:pt x="88900" y="12700"/>
                  </a:cubicBezTo>
                  <a:cubicBezTo>
                    <a:pt x="100874" y="6713"/>
                    <a:pt x="113613" y="0"/>
                    <a:pt x="127000" y="0"/>
                  </a:cubicBezTo>
                  <a:cubicBezTo>
                    <a:pt x="148586" y="0"/>
                    <a:pt x="169559" y="7465"/>
                    <a:pt x="190500" y="12700"/>
                  </a:cubicBezTo>
                  <a:cubicBezTo>
                    <a:pt x="269900" y="32550"/>
                    <a:pt x="186882" y="15325"/>
                    <a:pt x="266700" y="50800"/>
                  </a:cubicBezTo>
                  <a:cubicBezTo>
                    <a:pt x="291166" y="61674"/>
                    <a:pt x="342900" y="76200"/>
                    <a:pt x="342900" y="76200"/>
                  </a:cubicBezTo>
                  <a:cubicBezTo>
                    <a:pt x="346219" y="75370"/>
                    <a:pt x="423518" y="57425"/>
                    <a:pt x="431800" y="50800"/>
                  </a:cubicBezTo>
                  <a:cubicBezTo>
                    <a:pt x="513864" y="-14852"/>
                    <a:pt x="399535" y="31922"/>
                    <a:pt x="495300" y="0"/>
                  </a:cubicBezTo>
                  <a:cubicBezTo>
                    <a:pt x="533400" y="4233"/>
                    <a:pt x="571711" y="6871"/>
                    <a:pt x="609600" y="12700"/>
                  </a:cubicBezTo>
                  <a:cubicBezTo>
                    <a:pt x="626852" y="15354"/>
                    <a:pt x="643467" y="29633"/>
                    <a:pt x="660400" y="25400"/>
                  </a:cubicBezTo>
                  <a:cubicBezTo>
                    <a:pt x="668614" y="23347"/>
                    <a:pt x="660400" y="8467"/>
                    <a:pt x="66040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573BE8D4-9622-FA31-9F72-B2D5116E03A5}"/>
              </a:ext>
            </a:extLst>
          </p:cNvPr>
          <p:cNvSpPr txBox="1"/>
          <p:nvPr/>
        </p:nvSpPr>
        <p:spPr>
          <a:xfrm>
            <a:off x="2301878" y="4124270"/>
            <a:ext cx="77777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dirty="0"/>
              <a:t>forms</a:t>
            </a:r>
          </a:p>
          <a:p>
            <a:pPr algn="ctr"/>
            <a:r>
              <a:rPr lang="en-US" sz="1300" dirty="0"/>
              <a:t>(fill out).</a:t>
            </a:r>
          </a:p>
        </p:txBody>
      </p:sp>
      <p:cxnSp>
        <p:nvCxnSpPr>
          <p:cNvPr id="110" name="Google Shape;241;g2baceab7d03_0_22">
            <a:extLst>
              <a:ext uri="{FF2B5EF4-FFF2-40B4-BE49-F238E27FC236}">
                <a16:creationId xmlns:a16="http://schemas.microsoft.com/office/drawing/2014/main" id="{572EDE6B-8E73-AFD8-BE53-40A1C1AD84A8}"/>
              </a:ext>
            </a:extLst>
          </p:cNvPr>
          <p:cNvCxnSpPr>
            <a:cxnSpLocks/>
            <a:stCxn id="74" idx="3"/>
            <a:endCxn id="103" idx="1"/>
          </p:cNvCxnSpPr>
          <p:nvPr/>
        </p:nvCxnSpPr>
        <p:spPr>
          <a:xfrm flipV="1">
            <a:off x="1918532" y="5130561"/>
            <a:ext cx="301656" cy="158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7" name="Google Shape;221;g2baceab7d03_0_22">
            <a:extLst>
              <a:ext uri="{FF2B5EF4-FFF2-40B4-BE49-F238E27FC236}">
                <a16:creationId xmlns:a16="http://schemas.microsoft.com/office/drawing/2014/main" id="{1750AC0F-BA7D-6E63-AD4E-7944BB1FC6CE}"/>
              </a:ext>
            </a:extLst>
          </p:cNvPr>
          <p:cNvSpPr/>
          <p:nvPr/>
        </p:nvSpPr>
        <p:spPr>
          <a:xfrm rot="16200000">
            <a:off x="2967286" y="4870726"/>
            <a:ext cx="1100540" cy="512507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conversion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241;g2baceab7d03_0_22">
            <a:extLst>
              <a:ext uri="{FF2B5EF4-FFF2-40B4-BE49-F238E27FC236}">
                <a16:creationId xmlns:a16="http://schemas.microsoft.com/office/drawing/2014/main" id="{1677104D-48A1-778E-142E-CC4B74B2E564}"/>
              </a:ext>
            </a:extLst>
          </p:cNvPr>
          <p:cNvCxnSpPr>
            <a:cxnSpLocks/>
            <a:stCxn id="103" idx="3"/>
            <a:endCxn id="117" idx="0"/>
          </p:cNvCxnSpPr>
          <p:nvPr/>
        </p:nvCxnSpPr>
        <p:spPr>
          <a:xfrm flipV="1">
            <a:off x="3086554" y="5126980"/>
            <a:ext cx="174749" cy="3581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0F83952C-555B-E92A-6236-6B2EBD87F62D}"/>
              </a:ext>
            </a:extLst>
          </p:cNvPr>
          <p:cNvGrpSpPr/>
          <p:nvPr/>
        </p:nvGrpSpPr>
        <p:grpSpPr>
          <a:xfrm>
            <a:off x="3947388" y="4647911"/>
            <a:ext cx="866366" cy="965300"/>
            <a:chOff x="3019831" y="5892700"/>
            <a:chExt cx="903000" cy="965300"/>
          </a:xfrm>
        </p:grpSpPr>
        <p:sp>
          <p:nvSpPr>
            <p:cNvPr id="123" name="Google Shape;221;g2baceab7d03_0_22">
              <a:extLst>
                <a:ext uri="{FF2B5EF4-FFF2-40B4-BE49-F238E27FC236}">
                  <a16:creationId xmlns:a16="http://schemas.microsoft.com/office/drawing/2014/main" id="{26DFAFA4-905D-837E-E3A2-69766077D271}"/>
                </a:ext>
              </a:extLst>
            </p:cNvPr>
            <p:cNvSpPr/>
            <p:nvPr/>
          </p:nvSpPr>
          <p:spPr>
            <a:xfrm>
              <a:off x="3019831" y="5892700"/>
              <a:ext cx="903000" cy="9653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DE377C2E-FBC1-E906-D090-4051FE35A430}"/>
                </a:ext>
              </a:extLst>
            </p:cNvPr>
            <p:cNvSpPr/>
            <p:nvPr/>
          </p:nvSpPr>
          <p:spPr>
            <a:xfrm>
              <a:off x="3124200" y="6108700"/>
              <a:ext cx="647700" cy="64396"/>
            </a:xfrm>
            <a:custGeom>
              <a:avLst/>
              <a:gdLst>
                <a:gd name="connsiteX0" fmla="*/ 0 w 647700"/>
                <a:gd name="connsiteY0" fmla="*/ 25400 h 64396"/>
                <a:gd name="connsiteX1" fmla="*/ 152400 w 647700"/>
                <a:gd name="connsiteY1" fmla="*/ 50800 h 64396"/>
                <a:gd name="connsiteX2" fmla="*/ 228600 w 647700"/>
                <a:gd name="connsiteY2" fmla="*/ 0 h 64396"/>
                <a:gd name="connsiteX3" fmla="*/ 304800 w 647700"/>
                <a:gd name="connsiteY3" fmla="*/ 38100 h 64396"/>
                <a:gd name="connsiteX4" fmla="*/ 342900 w 647700"/>
                <a:gd name="connsiteY4" fmla="*/ 25400 h 64396"/>
                <a:gd name="connsiteX5" fmla="*/ 495300 w 647700"/>
                <a:gd name="connsiteY5" fmla="*/ 38100 h 64396"/>
                <a:gd name="connsiteX6" fmla="*/ 533400 w 647700"/>
                <a:gd name="connsiteY6" fmla="*/ 50800 h 64396"/>
                <a:gd name="connsiteX7" fmla="*/ 647700 w 647700"/>
                <a:gd name="connsiteY7" fmla="*/ 50800 h 64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47700" h="64396">
                  <a:moveTo>
                    <a:pt x="0" y="25400"/>
                  </a:moveTo>
                  <a:cubicBezTo>
                    <a:pt x="67794" y="54454"/>
                    <a:pt x="84701" y="81572"/>
                    <a:pt x="152400" y="50800"/>
                  </a:cubicBezTo>
                  <a:cubicBezTo>
                    <a:pt x="180191" y="38168"/>
                    <a:pt x="228600" y="0"/>
                    <a:pt x="228600" y="0"/>
                  </a:cubicBezTo>
                  <a:cubicBezTo>
                    <a:pt x="247863" y="12842"/>
                    <a:pt x="278510" y="38100"/>
                    <a:pt x="304800" y="38100"/>
                  </a:cubicBezTo>
                  <a:cubicBezTo>
                    <a:pt x="318187" y="38100"/>
                    <a:pt x="330200" y="29633"/>
                    <a:pt x="342900" y="25400"/>
                  </a:cubicBezTo>
                  <a:cubicBezTo>
                    <a:pt x="393700" y="29633"/>
                    <a:pt x="444771" y="31363"/>
                    <a:pt x="495300" y="38100"/>
                  </a:cubicBezTo>
                  <a:cubicBezTo>
                    <a:pt x="508570" y="39869"/>
                    <a:pt x="520059" y="49688"/>
                    <a:pt x="533400" y="50800"/>
                  </a:cubicBezTo>
                  <a:cubicBezTo>
                    <a:pt x="571368" y="53964"/>
                    <a:pt x="609600" y="50800"/>
                    <a:pt x="647700" y="508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1F9456C9-F031-2693-62FB-7CE11AB960D6}"/>
                </a:ext>
              </a:extLst>
            </p:cNvPr>
            <p:cNvSpPr/>
            <p:nvPr/>
          </p:nvSpPr>
          <p:spPr>
            <a:xfrm>
              <a:off x="3149600" y="6299200"/>
              <a:ext cx="660400" cy="167492"/>
            </a:xfrm>
            <a:custGeom>
              <a:avLst/>
              <a:gdLst>
                <a:gd name="connsiteX0" fmla="*/ 0 w 660400"/>
                <a:gd name="connsiteY0" fmla="*/ 101600 h 167492"/>
                <a:gd name="connsiteX1" fmla="*/ 88900 w 660400"/>
                <a:gd name="connsiteY1" fmla="*/ 38100 h 167492"/>
                <a:gd name="connsiteX2" fmla="*/ 127000 w 660400"/>
                <a:gd name="connsiteY2" fmla="*/ 25400 h 167492"/>
                <a:gd name="connsiteX3" fmla="*/ 165100 w 660400"/>
                <a:gd name="connsiteY3" fmla="*/ 0 h 167492"/>
                <a:gd name="connsiteX4" fmla="*/ 177800 w 660400"/>
                <a:gd name="connsiteY4" fmla="*/ 38100 h 167492"/>
                <a:gd name="connsiteX5" fmla="*/ 228600 w 660400"/>
                <a:gd name="connsiteY5" fmla="*/ 50800 h 167492"/>
                <a:gd name="connsiteX6" fmla="*/ 266700 w 660400"/>
                <a:gd name="connsiteY6" fmla="*/ 76200 h 167492"/>
                <a:gd name="connsiteX7" fmla="*/ 279400 w 660400"/>
                <a:gd name="connsiteY7" fmla="*/ 114300 h 167492"/>
                <a:gd name="connsiteX8" fmla="*/ 292100 w 660400"/>
                <a:gd name="connsiteY8" fmla="*/ 165100 h 167492"/>
                <a:gd name="connsiteX9" fmla="*/ 330200 w 660400"/>
                <a:gd name="connsiteY9" fmla="*/ 152400 h 167492"/>
                <a:gd name="connsiteX10" fmla="*/ 444500 w 660400"/>
                <a:gd name="connsiteY10" fmla="*/ 76200 h 167492"/>
                <a:gd name="connsiteX11" fmla="*/ 482600 w 660400"/>
                <a:gd name="connsiteY11" fmla="*/ 50800 h 167492"/>
                <a:gd name="connsiteX12" fmla="*/ 520700 w 660400"/>
                <a:gd name="connsiteY12" fmla="*/ 25400 h 167492"/>
                <a:gd name="connsiteX13" fmla="*/ 546100 w 660400"/>
                <a:gd name="connsiteY13" fmla="*/ 76200 h 167492"/>
                <a:gd name="connsiteX14" fmla="*/ 622300 w 660400"/>
                <a:gd name="connsiteY14" fmla="*/ 50800 h 167492"/>
                <a:gd name="connsiteX15" fmla="*/ 660400 w 660400"/>
                <a:gd name="connsiteY15" fmla="*/ 25400 h 16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60400" h="167492">
                  <a:moveTo>
                    <a:pt x="0" y="101600"/>
                  </a:moveTo>
                  <a:cubicBezTo>
                    <a:pt x="29633" y="80433"/>
                    <a:pt x="57673" y="56836"/>
                    <a:pt x="88900" y="38100"/>
                  </a:cubicBezTo>
                  <a:cubicBezTo>
                    <a:pt x="100379" y="31212"/>
                    <a:pt x="115026" y="31387"/>
                    <a:pt x="127000" y="25400"/>
                  </a:cubicBezTo>
                  <a:cubicBezTo>
                    <a:pt x="140652" y="18574"/>
                    <a:pt x="152400" y="8467"/>
                    <a:pt x="165100" y="0"/>
                  </a:cubicBezTo>
                  <a:cubicBezTo>
                    <a:pt x="169333" y="12700"/>
                    <a:pt x="167347" y="29737"/>
                    <a:pt x="177800" y="38100"/>
                  </a:cubicBezTo>
                  <a:cubicBezTo>
                    <a:pt x="191430" y="49004"/>
                    <a:pt x="212557" y="43924"/>
                    <a:pt x="228600" y="50800"/>
                  </a:cubicBezTo>
                  <a:cubicBezTo>
                    <a:pt x="242629" y="56813"/>
                    <a:pt x="254000" y="67733"/>
                    <a:pt x="266700" y="76200"/>
                  </a:cubicBezTo>
                  <a:cubicBezTo>
                    <a:pt x="270933" y="88900"/>
                    <a:pt x="275722" y="101428"/>
                    <a:pt x="279400" y="114300"/>
                  </a:cubicBezTo>
                  <a:cubicBezTo>
                    <a:pt x="284195" y="131083"/>
                    <a:pt x="278136" y="154627"/>
                    <a:pt x="292100" y="165100"/>
                  </a:cubicBezTo>
                  <a:cubicBezTo>
                    <a:pt x="302810" y="173132"/>
                    <a:pt x="318498" y="158901"/>
                    <a:pt x="330200" y="152400"/>
                  </a:cubicBezTo>
                  <a:lnTo>
                    <a:pt x="444500" y="76200"/>
                  </a:lnTo>
                  <a:lnTo>
                    <a:pt x="482600" y="50800"/>
                  </a:lnTo>
                  <a:lnTo>
                    <a:pt x="520700" y="25400"/>
                  </a:lnTo>
                  <a:cubicBezTo>
                    <a:pt x="511582" y="52754"/>
                    <a:pt x="487485" y="82713"/>
                    <a:pt x="546100" y="76200"/>
                  </a:cubicBezTo>
                  <a:cubicBezTo>
                    <a:pt x="572710" y="73243"/>
                    <a:pt x="600023" y="65652"/>
                    <a:pt x="622300" y="50800"/>
                  </a:cubicBezTo>
                  <a:lnTo>
                    <a:pt x="660400" y="2540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4F20CDFC-AFB0-9D98-D6C5-6AA77BD2EC53}"/>
                </a:ext>
              </a:extLst>
            </p:cNvPr>
            <p:cNvSpPr/>
            <p:nvPr/>
          </p:nvSpPr>
          <p:spPr>
            <a:xfrm>
              <a:off x="3124200" y="6604000"/>
              <a:ext cx="664050" cy="76200"/>
            </a:xfrm>
            <a:custGeom>
              <a:avLst/>
              <a:gdLst>
                <a:gd name="connsiteX0" fmla="*/ 0 w 664050"/>
                <a:gd name="connsiteY0" fmla="*/ 63500 h 76200"/>
                <a:gd name="connsiteX1" fmla="*/ 88900 w 664050"/>
                <a:gd name="connsiteY1" fmla="*/ 12700 h 76200"/>
                <a:gd name="connsiteX2" fmla="*/ 127000 w 664050"/>
                <a:gd name="connsiteY2" fmla="*/ 0 h 76200"/>
                <a:gd name="connsiteX3" fmla="*/ 190500 w 664050"/>
                <a:gd name="connsiteY3" fmla="*/ 12700 h 76200"/>
                <a:gd name="connsiteX4" fmla="*/ 266700 w 664050"/>
                <a:gd name="connsiteY4" fmla="*/ 50800 h 76200"/>
                <a:gd name="connsiteX5" fmla="*/ 342900 w 664050"/>
                <a:gd name="connsiteY5" fmla="*/ 76200 h 76200"/>
                <a:gd name="connsiteX6" fmla="*/ 431800 w 664050"/>
                <a:gd name="connsiteY6" fmla="*/ 50800 h 76200"/>
                <a:gd name="connsiteX7" fmla="*/ 495300 w 664050"/>
                <a:gd name="connsiteY7" fmla="*/ 0 h 76200"/>
                <a:gd name="connsiteX8" fmla="*/ 609600 w 664050"/>
                <a:gd name="connsiteY8" fmla="*/ 12700 h 76200"/>
                <a:gd name="connsiteX9" fmla="*/ 660400 w 664050"/>
                <a:gd name="connsiteY9" fmla="*/ 25400 h 76200"/>
                <a:gd name="connsiteX10" fmla="*/ 660400 w 664050"/>
                <a:gd name="connsiteY10" fmla="*/ 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4050" h="76200">
                  <a:moveTo>
                    <a:pt x="0" y="63500"/>
                  </a:moveTo>
                  <a:cubicBezTo>
                    <a:pt x="29633" y="46567"/>
                    <a:pt x="58373" y="27964"/>
                    <a:pt x="88900" y="12700"/>
                  </a:cubicBezTo>
                  <a:cubicBezTo>
                    <a:pt x="100874" y="6713"/>
                    <a:pt x="113613" y="0"/>
                    <a:pt x="127000" y="0"/>
                  </a:cubicBezTo>
                  <a:cubicBezTo>
                    <a:pt x="148586" y="0"/>
                    <a:pt x="169559" y="7465"/>
                    <a:pt x="190500" y="12700"/>
                  </a:cubicBezTo>
                  <a:cubicBezTo>
                    <a:pt x="269900" y="32550"/>
                    <a:pt x="186882" y="15325"/>
                    <a:pt x="266700" y="50800"/>
                  </a:cubicBezTo>
                  <a:cubicBezTo>
                    <a:pt x="291166" y="61674"/>
                    <a:pt x="342900" y="76200"/>
                    <a:pt x="342900" y="76200"/>
                  </a:cubicBezTo>
                  <a:cubicBezTo>
                    <a:pt x="346219" y="75370"/>
                    <a:pt x="423518" y="57425"/>
                    <a:pt x="431800" y="50800"/>
                  </a:cubicBezTo>
                  <a:cubicBezTo>
                    <a:pt x="513864" y="-14852"/>
                    <a:pt x="399535" y="31922"/>
                    <a:pt x="495300" y="0"/>
                  </a:cubicBezTo>
                  <a:cubicBezTo>
                    <a:pt x="533400" y="4233"/>
                    <a:pt x="571711" y="6871"/>
                    <a:pt x="609600" y="12700"/>
                  </a:cubicBezTo>
                  <a:cubicBezTo>
                    <a:pt x="626852" y="15354"/>
                    <a:pt x="643467" y="29633"/>
                    <a:pt x="660400" y="25400"/>
                  </a:cubicBezTo>
                  <a:cubicBezTo>
                    <a:pt x="668614" y="23347"/>
                    <a:pt x="660400" y="8467"/>
                    <a:pt x="66040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140046DF-538C-D130-A9AF-555E327AF340}"/>
              </a:ext>
            </a:extLst>
          </p:cNvPr>
          <p:cNvSpPr txBox="1"/>
          <p:nvPr/>
        </p:nvSpPr>
        <p:spPr>
          <a:xfrm>
            <a:off x="3864354" y="4213663"/>
            <a:ext cx="10486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dirty="0" err="1"/>
              <a:t>slurm</a:t>
            </a:r>
            <a:r>
              <a:rPr lang="en-US" sz="1300" dirty="0"/>
              <a:t> script</a:t>
            </a:r>
          </a:p>
        </p:txBody>
      </p:sp>
      <p:cxnSp>
        <p:nvCxnSpPr>
          <p:cNvPr id="129" name="Google Shape;241;g2baceab7d03_0_22">
            <a:extLst>
              <a:ext uri="{FF2B5EF4-FFF2-40B4-BE49-F238E27FC236}">
                <a16:creationId xmlns:a16="http://schemas.microsoft.com/office/drawing/2014/main" id="{F6D37D32-C7E4-56FB-BB8F-BCEE6C2C741A}"/>
              </a:ext>
            </a:extLst>
          </p:cNvPr>
          <p:cNvCxnSpPr>
            <a:cxnSpLocks/>
            <a:stCxn id="117" idx="2"/>
            <a:endCxn id="123" idx="1"/>
          </p:cNvCxnSpPr>
          <p:nvPr/>
        </p:nvCxnSpPr>
        <p:spPr>
          <a:xfrm>
            <a:off x="3773810" y="5126980"/>
            <a:ext cx="173578" cy="3581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7" name="Google Shape;214;g2baceab7d03_0_22">
            <a:extLst>
              <a:ext uri="{FF2B5EF4-FFF2-40B4-BE49-F238E27FC236}">
                <a16:creationId xmlns:a16="http://schemas.microsoft.com/office/drawing/2014/main" id="{368C94FF-0F4C-DD3A-F89C-951B29C53E22}"/>
              </a:ext>
            </a:extLst>
          </p:cNvPr>
          <p:cNvSpPr/>
          <p:nvPr/>
        </p:nvSpPr>
        <p:spPr>
          <a:xfrm>
            <a:off x="2204850" y="6125718"/>
            <a:ext cx="903000" cy="3738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terminal window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222;g2baceab7d03_0_22">
            <a:extLst>
              <a:ext uri="{FF2B5EF4-FFF2-40B4-BE49-F238E27FC236}">
                <a16:creationId xmlns:a16="http://schemas.microsoft.com/office/drawing/2014/main" id="{3C10A232-2E1F-1190-7D8C-B0E5D27BA03C}"/>
              </a:ext>
            </a:extLst>
          </p:cNvPr>
          <p:cNvCxnSpPr>
            <a:cxnSpLocks/>
            <a:stCxn id="123" idx="3"/>
            <a:endCxn id="68" idx="1"/>
          </p:cNvCxnSpPr>
          <p:nvPr/>
        </p:nvCxnSpPr>
        <p:spPr>
          <a:xfrm>
            <a:off x="4813754" y="5130561"/>
            <a:ext cx="248395" cy="281059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42" name="Google Shape;222;g2baceab7d03_0_22">
            <a:extLst>
              <a:ext uri="{FF2B5EF4-FFF2-40B4-BE49-F238E27FC236}">
                <a16:creationId xmlns:a16="http://schemas.microsoft.com/office/drawing/2014/main" id="{7D746B34-957E-50FD-CB78-FE3B4D37AA95}"/>
              </a:ext>
            </a:extLst>
          </p:cNvPr>
          <p:cNvCxnSpPr>
            <a:cxnSpLocks/>
            <a:stCxn id="74" idx="3"/>
            <a:endCxn id="137" idx="1"/>
          </p:cNvCxnSpPr>
          <p:nvPr/>
        </p:nvCxnSpPr>
        <p:spPr>
          <a:xfrm>
            <a:off x="1918532" y="5132145"/>
            <a:ext cx="286318" cy="1180473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45" name="Google Shape;241;g2baceab7d03_0_22">
            <a:extLst>
              <a:ext uri="{FF2B5EF4-FFF2-40B4-BE49-F238E27FC236}">
                <a16:creationId xmlns:a16="http://schemas.microsoft.com/office/drawing/2014/main" id="{D0D4F709-4CF6-FF55-0470-AEC019C8EAE4}"/>
              </a:ext>
            </a:extLst>
          </p:cNvPr>
          <p:cNvCxnSpPr/>
          <p:nvPr/>
        </p:nvCxnSpPr>
        <p:spPr>
          <a:xfrm>
            <a:off x="6332716" y="5919991"/>
            <a:ext cx="583800" cy="4500"/>
          </a:xfrm>
          <a:prstGeom prst="straightConnector1">
            <a:avLst/>
          </a:prstGeom>
          <a:noFill/>
          <a:ln w="28575" cap="flat" cmpd="sng">
            <a:solidFill>
              <a:srgbClr val="FF4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6" name="Google Shape;241;g2baceab7d03_0_22">
            <a:extLst>
              <a:ext uri="{FF2B5EF4-FFF2-40B4-BE49-F238E27FC236}">
                <a16:creationId xmlns:a16="http://schemas.microsoft.com/office/drawing/2014/main" id="{51807B5E-A116-7C43-1AC6-4BB0A32808A0}"/>
              </a:ext>
            </a:extLst>
          </p:cNvPr>
          <p:cNvCxnSpPr>
            <a:cxnSpLocks/>
          </p:cNvCxnSpPr>
          <p:nvPr/>
        </p:nvCxnSpPr>
        <p:spPr>
          <a:xfrm flipH="1">
            <a:off x="2256016" y="5919991"/>
            <a:ext cx="583800" cy="4500"/>
          </a:xfrm>
          <a:prstGeom prst="straightConnector1">
            <a:avLst/>
          </a:prstGeom>
          <a:noFill/>
          <a:ln w="28575" cap="flat" cmpd="sng">
            <a:solidFill>
              <a:srgbClr val="FF4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B4C3AA97-ABBB-18D6-D649-2E0A159EF660}"/>
              </a:ext>
            </a:extLst>
          </p:cNvPr>
          <p:cNvSpPr txBox="1"/>
          <p:nvPr/>
        </p:nvSpPr>
        <p:spPr>
          <a:xfrm>
            <a:off x="4413499" y="5752729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40FF"/>
                </a:solidFill>
              </a:rPr>
              <a:t>OOD</a:t>
            </a:r>
          </a:p>
        </p:txBody>
      </p:sp>
      <p:sp>
        <p:nvSpPr>
          <p:cNvPr id="23" name="Google Shape;221;g2baceab7d03_0_22">
            <a:extLst>
              <a:ext uri="{FF2B5EF4-FFF2-40B4-BE49-F238E27FC236}">
                <a16:creationId xmlns:a16="http://schemas.microsoft.com/office/drawing/2014/main" id="{C0AC3B70-46AA-0966-588A-C572E0C68879}"/>
              </a:ext>
            </a:extLst>
          </p:cNvPr>
          <p:cNvSpPr/>
          <p:nvPr/>
        </p:nvSpPr>
        <p:spPr>
          <a:xfrm>
            <a:off x="2450197" y="1246634"/>
            <a:ext cx="903000" cy="3738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laptop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330F6A8-D0A9-96A9-DA99-36390B7302C3}"/>
              </a:ext>
            </a:extLst>
          </p:cNvPr>
          <p:cNvCxnSpPr>
            <a:cxnSpLocks/>
            <a:stCxn id="23" idx="2"/>
            <a:endCxn id="10" idx="0"/>
          </p:cNvCxnSpPr>
          <p:nvPr/>
        </p:nvCxnSpPr>
        <p:spPr>
          <a:xfrm>
            <a:off x="2901697" y="1620434"/>
            <a:ext cx="7452" cy="2641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8540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127</Words>
  <Application>Microsoft Macintosh PowerPoint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6</cp:revision>
  <dcterms:created xsi:type="dcterms:W3CDTF">2024-10-01T12:27:34Z</dcterms:created>
  <dcterms:modified xsi:type="dcterms:W3CDTF">2025-03-06T21:10:20Z</dcterms:modified>
</cp:coreProperties>
</file>
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5670-0D26-55C2-1409-D1A237B86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CA824-2AA8-29A0-EE33-F0D32729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6A27-6C0E-1196-550A-6BE9A8B3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4B89-9FA4-8AA9-60E9-CD99686D6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6380-735C-E441-A133-F4F2EA1D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9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CB61-DC5E-5A71-130A-592C48160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3427-5309-5952-FA83-3EF53633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D5863-B033-6D16-6F95-8E002A5D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B8D-D1FC-B8D4-7699-8BD63BF6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36224-B18F-9E11-B8BC-67155718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13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B642-D21B-4C25-006A-C67FFFBD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9F3ED-93FF-99C4-AAFA-49E030C8A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44874-EA0C-FDD5-E54E-07D5E447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50C8-E43B-BF50-CC88-0747B485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D130-29ED-0026-D9E1-4186F85E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2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3DBE-020D-43F2-0A52-5BF080B0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A658-593E-D0E2-3E75-77CA3F5B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D73D-8914-6991-79D0-662ABCF47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5AF9D-AE55-4D9C-2E38-A4173E3B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E2E6D-6CDD-0DBA-2FEB-C0E601DA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C28E3-0271-4AA4-B67A-DD3311C9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5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0F37-94A1-6C78-346A-8F797C0D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96C06-38BF-3BC7-C910-72FF99D42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1875C-E72D-3272-1CE9-FF9F29A8D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15421-F838-D44E-296A-7EAA72EED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D5617-6803-0222-D714-F89BFBAD0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D8CDF0-B74A-F7C4-BFC0-D247B286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3CAAA-64A4-299F-9207-DF9D404A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7F916-3AF2-DD2E-CC67-5BADE86C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3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F839-1646-532F-FB42-2AB89786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BADC7-D60F-D1A4-92F1-8EE8ECC1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FEC1E-3D1C-5C9E-2D00-B8CFA77EC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B5504-C212-27FF-8041-65BB97BAB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1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19151-1574-274D-CAD9-C5DC46D14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7155D-0BAD-6577-DDBE-52DFBA55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4E157-7B4D-46A3-6273-6D820C10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D8E7-3452-72DD-74D4-657448DE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9A056-3C78-BB9F-B012-45461600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CFC91-FA87-C69F-2E82-84C308863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4D86B-0A67-4B3C-1E6B-48B6E94E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D8D40-7D3E-3CDC-B506-E084E199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C5105-437C-EBDC-443B-90329232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CD0CC-FF26-5E02-6107-057EFA45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13C1D-D5C4-CB7B-F2D4-07D9FAE86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28206-B58F-3219-833E-0A434C312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94B3B-A32E-A9E0-B4E1-6BB19ACB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1793-D58C-B234-DBAE-2CAFF409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C17CA-E7EB-0373-7D3F-785EDEB24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1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6B83-329D-A009-1D09-4C747CA9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4F4F-F632-C7E7-66C7-156DB3092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65CB6-C1DF-1506-8C9A-F79C3FF9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F9C0-6A79-2CD0-89FE-B0CE17CE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C8048-EAD4-2A10-4710-463009D8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8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5F39B-51B0-01FD-9608-D03B321CA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CD8CB-5ADA-EB2D-91CB-D04ADB70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8CE78-B7FA-CFEA-8EB3-1EBB520E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B8EA-2813-51B4-56D3-AF28256C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F7739-F481-F56E-28C2-760A3877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4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C5FF6-4DC5-0BB2-9BA3-9BF5B0143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D399-5A25-3E85-080D-79B17C61F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C73D-5609-DACF-441A-7717D678B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D60A2-CA4F-E84F-B3EF-B3694DF60CE6}" type="datetimeFigureOut">
              <a:rPr lang="en-US" smtClean="0"/>
              <a:t>6/25/25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6353D-A4D8-825D-4E5E-176BE9FDC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BEEF3-F002-7EEC-444A-7B6CBEA7D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3C849-7A13-F049-844E-74CB770FF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9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96A1AD6-7DFE-EB02-A5D6-880426784061}"/>
              </a:ext>
            </a:extLst>
          </p:cNvPr>
          <p:cNvGrpSpPr/>
          <p:nvPr/>
        </p:nvGrpSpPr>
        <p:grpSpPr>
          <a:xfrm>
            <a:off x="373691" y="3626926"/>
            <a:ext cx="2567792" cy="1828800"/>
            <a:chOff x="373691" y="3626926"/>
            <a:chExt cx="2567792" cy="18288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D1E9DA-7F2C-6E1D-1302-664B0CBA3B6B}"/>
                </a:ext>
              </a:extLst>
            </p:cNvPr>
            <p:cNvSpPr/>
            <p:nvPr/>
          </p:nvSpPr>
          <p:spPr>
            <a:xfrm>
              <a:off x="373691" y="3626926"/>
              <a:ext cx="2567792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Master</a:t>
              </a:r>
              <a:r>
                <a:rPr lang="en-US" dirty="0">
                  <a:solidFill>
                    <a:schemeClr val="tx1"/>
                  </a:solidFill>
                </a:rPr>
                <a:t> Process/code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3BE2653-8D47-8E8C-189C-ABD373D4C3E0}"/>
                </a:ext>
              </a:extLst>
            </p:cNvPr>
            <p:cNvSpPr/>
            <p:nvPr/>
          </p:nvSpPr>
          <p:spPr>
            <a:xfrm>
              <a:off x="504503" y="4435442"/>
              <a:ext cx="1119352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unique data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EF1E24-0917-966C-724E-B3428A60060E}"/>
              </a:ext>
            </a:extLst>
          </p:cNvPr>
          <p:cNvGrpSpPr/>
          <p:nvPr/>
        </p:nvGrpSpPr>
        <p:grpSpPr>
          <a:xfrm>
            <a:off x="3080096" y="3632177"/>
            <a:ext cx="2567792" cy="1828800"/>
            <a:chOff x="3080096" y="3632177"/>
            <a:chExt cx="2567792" cy="1828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FDF7F4-0A8C-4F1C-0DCB-EE10BA8D2E9A}"/>
                </a:ext>
              </a:extLst>
            </p:cNvPr>
            <p:cNvSpPr/>
            <p:nvPr/>
          </p:nvSpPr>
          <p:spPr>
            <a:xfrm>
              <a:off x="3080096" y="3632177"/>
              <a:ext cx="2567792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Worker</a:t>
              </a:r>
              <a:r>
                <a:rPr lang="en-US" dirty="0">
                  <a:solidFill>
                    <a:schemeClr val="tx1"/>
                  </a:solidFill>
                </a:rPr>
                <a:t> Process/code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81BD0F-833F-2B74-1B59-1CDAE61AB3DB}"/>
                </a:ext>
              </a:extLst>
            </p:cNvPr>
            <p:cNvSpPr/>
            <p:nvPr/>
          </p:nvSpPr>
          <p:spPr>
            <a:xfrm>
              <a:off x="3210908" y="4440693"/>
              <a:ext cx="1119352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unique data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778B6E-1CA1-CC58-C570-1D80EE535605}"/>
              </a:ext>
            </a:extLst>
          </p:cNvPr>
          <p:cNvGrpSpPr/>
          <p:nvPr/>
        </p:nvGrpSpPr>
        <p:grpSpPr>
          <a:xfrm>
            <a:off x="8845000" y="3616418"/>
            <a:ext cx="2567792" cy="1828800"/>
            <a:chOff x="8845000" y="3616418"/>
            <a:chExt cx="2567792" cy="18288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2356D3-DC00-E810-4ED4-6B1FA26A6847}"/>
                </a:ext>
              </a:extLst>
            </p:cNvPr>
            <p:cNvSpPr/>
            <p:nvPr/>
          </p:nvSpPr>
          <p:spPr>
            <a:xfrm>
              <a:off x="8845000" y="3616418"/>
              <a:ext cx="2567792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Worker</a:t>
              </a:r>
              <a:r>
                <a:rPr lang="en-US" dirty="0">
                  <a:solidFill>
                    <a:schemeClr val="tx1"/>
                  </a:solidFill>
                </a:rPr>
                <a:t> Process/code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98ECC8-1941-800C-0E1C-992110F8FD77}"/>
                </a:ext>
              </a:extLst>
            </p:cNvPr>
            <p:cNvSpPr/>
            <p:nvPr/>
          </p:nvSpPr>
          <p:spPr>
            <a:xfrm>
              <a:off x="8975812" y="4424934"/>
              <a:ext cx="1119352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unique data</a:t>
              </a:r>
            </a:p>
          </p:txBody>
        </p:sp>
      </p:grp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300CFF36-3783-C837-65EC-82EB6606D4FD}"/>
              </a:ext>
            </a:extLst>
          </p:cNvPr>
          <p:cNvCxnSpPr>
            <a:cxnSpLocks/>
            <a:stCxn id="2" idx="0"/>
            <a:endCxn id="6" idx="0"/>
          </p:cNvCxnSpPr>
          <p:nvPr/>
        </p:nvCxnSpPr>
        <p:spPr>
          <a:xfrm rot="16200000" flipH="1">
            <a:off x="3008163" y="2276349"/>
            <a:ext cx="5251" cy="2706405"/>
          </a:xfrm>
          <a:prstGeom prst="bentConnector3">
            <a:avLst>
              <a:gd name="adj1" fmla="val -4353456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AB890BD8-7C04-258F-01F4-972F9FE8BB96}"/>
              </a:ext>
            </a:extLst>
          </p:cNvPr>
          <p:cNvCxnSpPr>
            <a:cxnSpLocks/>
            <a:stCxn id="2" idx="0"/>
            <a:endCxn id="10" idx="0"/>
          </p:cNvCxnSpPr>
          <p:nvPr/>
        </p:nvCxnSpPr>
        <p:spPr>
          <a:xfrm rot="5400000" flipH="1" flipV="1">
            <a:off x="4427049" y="841696"/>
            <a:ext cx="15768" cy="5554692"/>
          </a:xfrm>
          <a:prstGeom prst="bentConnector3">
            <a:avLst>
              <a:gd name="adj1" fmla="val 1549772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268B03B-8D6E-F9C2-5495-FB1E653547E8}"/>
              </a:ext>
            </a:extLst>
          </p:cNvPr>
          <p:cNvCxnSpPr>
            <a:cxnSpLocks/>
            <a:stCxn id="2" idx="0"/>
            <a:endCxn id="14" idx="0"/>
          </p:cNvCxnSpPr>
          <p:nvPr/>
        </p:nvCxnSpPr>
        <p:spPr>
          <a:xfrm rot="5400000" flipH="1" flipV="1">
            <a:off x="5887987" y="-613982"/>
            <a:ext cx="10508" cy="8471309"/>
          </a:xfrm>
          <a:prstGeom prst="bentConnector3">
            <a:avLst>
              <a:gd name="adj1" fmla="val 2275485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E5FB4A-29D1-C362-63EA-5712CE36565A}"/>
              </a:ext>
            </a:extLst>
          </p:cNvPr>
          <p:cNvGrpSpPr/>
          <p:nvPr/>
        </p:nvGrpSpPr>
        <p:grpSpPr>
          <a:xfrm>
            <a:off x="5928383" y="3611158"/>
            <a:ext cx="2567792" cy="1828800"/>
            <a:chOff x="5928383" y="3611158"/>
            <a:chExt cx="2567792" cy="18288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61F9FE-512F-A576-32F0-53583547B157}"/>
                </a:ext>
              </a:extLst>
            </p:cNvPr>
            <p:cNvSpPr/>
            <p:nvPr/>
          </p:nvSpPr>
          <p:spPr>
            <a:xfrm>
              <a:off x="5928383" y="3611158"/>
              <a:ext cx="2567792" cy="1828800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>
                  <a:solidFill>
                    <a:srgbClr val="FF0000"/>
                  </a:solidFill>
                </a:rPr>
                <a:t>Worker</a:t>
              </a:r>
              <a:r>
                <a:rPr lang="en-US" dirty="0">
                  <a:solidFill>
                    <a:schemeClr val="tx1"/>
                  </a:solidFill>
                </a:rPr>
                <a:t> Process/code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A5581F-F823-111F-F611-C21AF220ACB6}"/>
                </a:ext>
              </a:extLst>
            </p:cNvPr>
            <p:cNvSpPr/>
            <p:nvPr/>
          </p:nvSpPr>
          <p:spPr>
            <a:xfrm>
              <a:off x="6059195" y="4419674"/>
              <a:ext cx="1119352" cy="86710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unique data</a:t>
              </a:r>
            </a:p>
          </p:txBody>
        </p:sp>
      </p:grpSp>
      <p:sp>
        <p:nvSpPr>
          <p:cNvPr id="28" name="Up-Down Arrow 27">
            <a:extLst>
              <a:ext uri="{FF2B5EF4-FFF2-40B4-BE49-F238E27FC236}">
                <a16:creationId xmlns:a16="http://schemas.microsoft.com/office/drawing/2014/main" id="{AB8EC7CD-213B-52EE-20A4-D9068FCF2D77}"/>
              </a:ext>
            </a:extLst>
          </p:cNvPr>
          <p:cNvSpPr/>
          <p:nvPr/>
        </p:nvSpPr>
        <p:spPr>
          <a:xfrm>
            <a:off x="7178993" y="5476737"/>
            <a:ext cx="142715" cy="303949"/>
          </a:xfrm>
          <a:prstGeom prst="upDownArrow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Up-Down Arrow 29">
            <a:extLst>
              <a:ext uri="{FF2B5EF4-FFF2-40B4-BE49-F238E27FC236}">
                <a16:creationId xmlns:a16="http://schemas.microsoft.com/office/drawing/2014/main" id="{D30B650A-0C74-C49C-4699-A0F097230F59}"/>
              </a:ext>
            </a:extLst>
          </p:cNvPr>
          <p:cNvSpPr/>
          <p:nvPr/>
        </p:nvSpPr>
        <p:spPr>
          <a:xfrm>
            <a:off x="4325443" y="5481996"/>
            <a:ext cx="142715" cy="303949"/>
          </a:xfrm>
          <a:prstGeom prst="upDownArrow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Up-Down Arrow 30">
            <a:extLst>
              <a:ext uri="{FF2B5EF4-FFF2-40B4-BE49-F238E27FC236}">
                <a16:creationId xmlns:a16="http://schemas.microsoft.com/office/drawing/2014/main" id="{3A7D2E00-8064-D8BA-E7A1-154BD79F54E5}"/>
              </a:ext>
            </a:extLst>
          </p:cNvPr>
          <p:cNvSpPr/>
          <p:nvPr/>
        </p:nvSpPr>
        <p:spPr>
          <a:xfrm>
            <a:off x="10127143" y="5460973"/>
            <a:ext cx="142715" cy="303949"/>
          </a:xfrm>
          <a:prstGeom prst="upDownArrow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18F3C16-1FF8-FD68-B793-C973DB208C21}"/>
              </a:ext>
            </a:extLst>
          </p:cNvPr>
          <p:cNvCxnSpPr/>
          <p:nvPr/>
        </p:nvCxnSpPr>
        <p:spPr>
          <a:xfrm>
            <a:off x="1051034" y="5822730"/>
            <a:ext cx="962747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37B3892-884E-3279-8345-2B91BA646BB2}"/>
              </a:ext>
            </a:extLst>
          </p:cNvPr>
          <p:cNvSpPr txBox="1"/>
          <p:nvPr/>
        </p:nvSpPr>
        <p:spPr>
          <a:xfrm>
            <a:off x="5136591" y="5941488"/>
            <a:ext cx="1456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interconnect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911B68-61C0-1D53-1779-E15CDD02704E}"/>
              </a:ext>
            </a:extLst>
          </p:cNvPr>
          <p:cNvSpPr txBox="1"/>
          <p:nvPr/>
        </p:nvSpPr>
        <p:spPr>
          <a:xfrm>
            <a:off x="4468773" y="1618721"/>
            <a:ext cx="262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Distributed Computing</a:t>
            </a:r>
            <a:r>
              <a:rPr lang="en-US" dirty="0"/>
              <a:t> </a:t>
            </a:r>
          </a:p>
        </p:txBody>
      </p:sp>
      <p:sp>
        <p:nvSpPr>
          <p:cNvPr id="8" name="Up-Down Arrow 7">
            <a:extLst>
              <a:ext uri="{FF2B5EF4-FFF2-40B4-BE49-F238E27FC236}">
                <a16:creationId xmlns:a16="http://schemas.microsoft.com/office/drawing/2014/main" id="{AC67D477-2D8B-F40E-2C73-FE86FF7477B5}"/>
              </a:ext>
            </a:extLst>
          </p:cNvPr>
          <p:cNvSpPr/>
          <p:nvPr/>
        </p:nvSpPr>
        <p:spPr>
          <a:xfrm>
            <a:off x="1576996" y="5477670"/>
            <a:ext cx="142715" cy="303949"/>
          </a:xfrm>
          <a:prstGeom prst="upDownArrow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F4FA93-DBFB-35A1-AD38-77CD9D25B5ED}"/>
              </a:ext>
            </a:extLst>
          </p:cNvPr>
          <p:cNvSpPr/>
          <p:nvPr/>
        </p:nvSpPr>
        <p:spPr>
          <a:xfrm>
            <a:off x="4240404" y="2689268"/>
            <a:ext cx="3081304" cy="56639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MPI Comm World Communicator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82ADF-45EA-2A28-C348-1F7ACDBE2370}"/>
              </a:ext>
            </a:extLst>
          </p:cNvPr>
          <p:cNvSpPr txBox="1"/>
          <p:nvPr/>
        </p:nvSpPr>
        <p:spPr>
          <a:xfrm>
            <a:off x="6875393" y="1978349"/>
            <a:ext cx="5194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 within each process is isolated.</a:t>
            </a:r>
          </a:p>
          <a:p>
            <a:r>
              <a:rPr lang="en-US" sz="1400" dirty="0"/>
              <a:t>However, the execution of code across processes is coordinated.</a:t>
            </a:r>
          </a:p>
        </p:txBody>
      </p:sp>
    </p:spTree>
    <p:extLst>
      <p:ext uri="{BB962C8B-B14F-4D97-AF65-F5344CB8AC3E}">
        <p14:creationId xmlns:p14="http://schemas.microsoft.com/office/powerpoint/2010/main" val="1579612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50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9</cp:revision>
  <dcterms:created xsi:type="dcterms:W3CDTF">2025-02-25T20:00:03Z</dcterms:created>
  <dcterms:modified xsi:type="dcterms:W3CDTF">2025-06-25T14:40:53Z</dcterms:modified>
</cp:coreProperties>
</file>
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E3853-7FE6-C665-4127-CF5E8D698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54C1BE-5D96-3473-FE8C-DF93C815B0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DBC30-36AF-91BF-6D4A-1C8BDF2F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CB1C-87D8-DD47-887F-2DE964E03681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025CF-B01D-710B-0FD9-E38D805D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F64A4-4194-8257-0927-1F6D37FFE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063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53111-96F6-8C7F-6689-2486FD042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7384E-E721-7BAC-2F4D-5A3DF05A7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92EEC-B0F5-607B-7581-B0D364F74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CB1C-87D8-DD47-887F-2DE964E03681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9A1E3-57F7-BEC8-2F7F-325A302A2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65872-4739-4835-1DC8-D53595D1C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67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8B2F7-09AC-C119-6424-BAC9BE981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C2DDD-B8BA-5F84-3F9A-1D308C0A5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E21F6-C31A-E6FC-15A4-3E18C56A8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CB1C-87D8-DD47-887F-2DE964E03681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C49CC-DA83-98F0-CFA8-13E41498D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A7DA7-A5F8-6102-74B7-951E3534F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15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B45B-84A4-3935-CE21-91EE4B4E2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5D82F-D408-51F9-8D88-24A83DBBB3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DAAF7-53FF-DC5C-53E6-CFDFBB2F9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309E6-9A53-EE68-3A6A-141E7E2F7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CB1C-87D8-DD47-887F-2DE964E03681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85A1A-6AD2-B663-79DA-3F8EF7A3A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78846-3C7D-D3BA-6842-AE194E8FA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866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27648-BA6B-CB0E-F383-B45288DC5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D557E-57A3-1166-A843-FE8E9FA17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FACE98-EA73-6F31-99EF-5C116CDE3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1319E9-A068-420B-28F1-B29B6FF06E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ACC13D-4A3F-6DE1-48E6-DC746898C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B0DFB3-4730-CBB1-8C93-270204FE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CB1C-87D8-DD47-887F-2DE964E03681}" type="datetimeFigureOut">
              <a:rPr lang="en-US" smtClean="0"/>
              <a:t>6/25/25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D093C5-8B04-9236-253D-EF7C98578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5C9981-64BA-5883-262E-C231C4A11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4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22D39-32A2-7A5F-B35E-6EAB8A63A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09C82E-FEF8-CDFF-0416-3DB5BD9B2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CB1C-87D8-DD47-887F-2DE964E03681}" type="datetimeFigureOut">
              <a:rPr lang="en-US" smtClean="0"/>
              <a:t>6/25/25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E92BB-3ADB-D0A6-F9BD-6F2B12E0A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26E943-56C4-FEE2-B642-8AE5EE3F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289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724DA-D115-A920-9CF8-0DC61907F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CB1C-87D8-DD47-887F-2DE964E03681}" type="datetimeFigureOut">
              <a:rPr lang="en-US" smtClean="0"/>
              <a:t>6/25/25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4F053-F982-0B88-324A-F98AA0B66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50B32-EE9E-8373-6223-069297050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00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5FA0C-96E4-21E2-5D7C-EB1332430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9C11F-91DC-98B2-7B12-6ACA52322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3DD73-90DF-D3CF-A648-81F03C7D5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4BBDB-B352-8A95-B725-37C945B72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CB1C-87D8-DD47-887F-2DE964E03681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79455-00DA-6F7E-8A24-61A63781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BF403-A159-9C68-428C-425CD287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4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07CDD-AD17-244E-8AC7-BC234C297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E34DB1-5987-2D9E-D62A-6599D70F66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22006-41D6-3211-79E1-2A08DF29A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BD3B4-F234-D2AA-1F57-B0D6D72A2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CB1C-87D8-DD47-887F-2DE964E03681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F1CA4-500A-58D3-1E67-84403CEBD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6332D-9531-E09F-05F0-1787396F2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68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33E46-2E17-262E-73CC-244173AB6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79456A-C7C5-475A-04A5-C299B1566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36236-DF8F-4806-9AC1-3CB92E660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CB1C-87D8-DD47-887F-2DE964E03681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5F505-1EC1-DF03-F702-EA720C314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27E2E-703F-2B70-2692-92718284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761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DAAA18-9837-FAD9-408A-D9EB8D40E2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3C0E7B-21C2-66EB-9C5D-C505090289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FBBEB-7FBC-B431-828A-9FACD975C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CB1C-87D8-DD47-887F-2DE964E03681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A93ED-7D6D-1757-6864-63000D0B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9FD1F-401D-AA1D-C7AA-05087681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43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B291BD-93FE-41E7-1B79-CC00C09D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E5679-FC81-9505-2BC9-4B316AE15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103C1-DFF6-12FF-C7C6-34F555D6DD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2CB1C-87D8-DD47-887F-2DE964E03681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BC403-A841-3396-2508-A9199629F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07EC-BEE1-2875-61E4-7F4C83F6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86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A8BCE24-E1E8-07E7-36C4-D04D938E1C08}"/>
              </a:ext>
            </a:extLst>
          </p:cNvPr>
          <p:cNvSpPr txBox="1"/>
          <p:nvPr/>
        </p:nvSpPr>
        <p:spPr>
          <a:xfrm>
            <a:off x="4970259" y="738291"/>
            <a:ext cx="2669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Embarrassingly Parallel</a:t>
            </a: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AA816115-B882-351E-B7DF-DA495FC39C93}"/>
              </a:ext>
            </a:extLst>
          </p:cNvPr>
          <p:cNvCxnSpPr>
            <a:cxnSpLocks/>
            <a:stCxn id="10" idx="2"/>
            <a:endCxn id="37" idx="0"/>
          </p:cNvCxnSpPr>
          <p:nvPr/>
        </p:nvCxnSpPr>
        <p:spPr>
          <a:xfrm rot="5400000">
            <a:off x="5022033" y="3409656"/>
            <a:ext cx="1085152" cy="888484"/>
          </a:xfrm>
          <a:prstGeom prst="bentConnector3">
            <a:avLst>
              <a:gd name="adj1" fmla="val 63560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B26A9BE0-7AC2-89B3-C450-EF0447EDF18A}"/>
              </a:ext>
            </a:extLst>
          </p:cNvPr>
          <p:cNvCxnSpPr>
            <a:cxnSpLocks/>
            <a:stCxn id="11" idx="2"/>
            <a:endCxn id="42" idx="0"/>
          </p:cNvCxnSpPr>
          <p:nvPr/>
        </p:nvCxnSpPr>
        <p:spPr>
          <a:xfrm rot="16200000" flipH="1">
            <a:off x="6241730" y="3230842"/>
            <a:ext cx="1085152" cy="1246111"/>
          </a:xfrm>
          <a:prstGeom prst="bentConnector3">
            <a:avLst>
              <a:gd name="adj1" fmla="val 63560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E85FE603-5332-3EE1-FE9B-1D178E8EF326}"/>
              </a:ext>
            </a:extLst>
          </p:cNvPr>
          <p:cNvCxnSpPr>
            <a:cxnSpLocks/>
            <a:stCxn id="12" idx="2"/>
            <a:endCxn id="47" idx="0"/>
          </p:cNvCxnSpPr>
          <p:nvPr/>
        </p:nvCxnSpPr>
        <p:spPr>
          <a:xfrm rot="16200000" flipH="1">
            <a:off x="7461428" y="2163545"/>
            <a:ext cx="1085152" cy="3380706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A9FB27F-7B27-CD2E-489C-46C1D160C22B}"/>
              </a:ext>
            </a:extLst>
          </p:cNvPr>
          <p:cNvSpPr/>
          <p:nvPr/>
        </p:nvSpPr>
        <p:spPr>
          <a:xfrm>
            <a:off x="4029727" y="2444218"/>
            <a:ext cx="601065" cy="86710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D5DFC8-95D1-4CF2-22F5-5C08AEF76CFE}"/>
              </a:ext>
            </a:extLst>
          </p:cNvPr>
          <p:cNvSpPr/>
          <p:nvPr/>
        </p:nvSpPr>
        <p:spPr>
          <a:xfrm>
            <a:off x="5784518" y="2444219"/>
            <a:ext cx="143865" cy="86710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D37CB3-C763-4184-A8EE-7A04283B000D}"/>
              </a:ext>
            </a:extLst>
          </p:cNvPr>
          <p:cNvSpPr/>
          <p:nvPr/>
        </p:nvSpPr>
        <p:spPr>
          <a:xfrm>
            <a:off x="5936918" y="2444219"/>
            <a:ext cx="143865" cy="86710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C209C3-4CAF-53E9-685D-835877FDDA1A}"/>
              </a:ext>
            </a:extLst>
          </p:cNvPr>
          <p:cNvSpPr/>
          <p:nvPr/>
        </p:nvSpPr>
        <p:spPr>
          <a:xfrm>
            <a:off x="6089318" y="2444219"/>
            <a:ext cx="143865" cy="86710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CFCEB9-48F2-0FAB-B478-B1AAAA6679EA}"/>
              </a:ext>
            </a:extLst>
          </p:cNvPr>
          <p:cNvSpPr/>
          <p:nvPr/>
        </p:nvSpPr>
        <p:spPr>
          <a:xfrm>
            <a:off x="6241718" y="2444219"/>
            <a:ext cx="143865" cy="86710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B9B1E3-D2A7-53B4-2EBF-C01DDADD1CF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4630792" y="2877770"/>
            <a:ext cx="115372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3E330B1-0EB7-0378-B6AA-2E8663C95949}"/>
              </a:ext>
            </a:extLst>
          </p:cNvPr>
          <p:cNvGrpSpPr/>
          <p:nvPr/>
        </p:nvGrpSpPr>
        <p:grpSpPr>
          <a:xfrm>
            <a:off x="2026990" y="4396474"/>
            <a:ext cx="1612764" cy="1828800"/>
            <a:chOff x="373691" y="4394175"/>
            <a:chExt cx="1612764" cy="18288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BED7F5E-2D39-918E-B5D8-0896CD2FDA7D}"/>
                </a:ext>
              </a:extLst>
            </p:cNvPr>
            <p:cNvSpPr/>
            <p:nvPr/>
          </p:nvSpPr>
          <p:spPr>
            <a:xfrm>
              <a:off x="373691" y="4394175"/>
              <a:ext cx="1612764" cy="182880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Process/code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E512841-492A-DA93-2E1C-1505B90CA4D7}"/>
                </a:ext>
              </a:extLst>
            </p:cNvPr>
            <p:cNvSpPr/>
            <p:nvPr/>
          </p:nvSpPr>
          <p:spPr>
            <a:xfrm>
              <a:off x="1103880" y="5165908"/>
              <a:ext cx="143865" cy="86710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67B5420-DCAB-174E-318F-C7C6A4DE35EF}"/>
                </a:ext>
              </a:extLst>
            </p:cNvPr>
            <p:cNvSpPr txBox="1"/>
            <p:nvPr/>
          </p:nvSpPr>
          <p:spPr>
            <a:xfrm>
              <a:off x="437348" y="4796576"/>
              <a:ext cx="633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data</a:t>
              </a:r>
            </a:p>
          </p:txBody>
        </p:sp>
        <p:cxnSp>
          <p:nvCxnSpPr>
            <p:cNvPr id="32" name="Curved Connector 31">
              <a:extLst>
                <a:ext uri="{FF2B5EF4-FFF2-40B4-BE49-F238E27FC236}">
                  <a16:creationId xmlns:a16="http://schemas.microsoft.com/office/drawing/2014/main" id="{EA5454D1-B3D6-6004-1F9A-7054165F0D85}"/>
                </a:ext>
              </a:extLst>
            </p:cNvPr>
            <p:cNvCxnSpPr>
              <a:stCxn id="16" idx="3"/>
              <a:endCxn id="15" idx="0"/>
            </p:cNvCxnSpPr>
            <p:nvPr/>
          </p:nvCxnSpPr>
          <p:spPr>
            <a:xfrm>
              <a:off x="1071111" y="4981242"/>
              <a:ext cx="104702" cy="184666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67A0348-5AC7-AFAD-99DD-DA726F3624FB}"/>
              </a:ext>
            </a:extLst>
          </p:cNvPr>
          <p:cNvGrpSpPr/>
          <p:nvPr/>
        </p:nvGrpSpPr>
        <p:grpSpPr>
          <a:xfrm>
            <a:off x="4313985" y="4396474"/>
            <a:ext cx="1612764" cy="1828800"/>
            <a:chOff x="373691" y="4394175"/>
            <a:chExt cx="1612764" cy="18288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20100DE-4421-30A1-8A78-3E24BD11F787}"/>
                </a:ext>
              </a:extLst>
            </p:cNvPr>
            <p:cNvSpPr/>
            <p:nvPr/>
          </p:nvSpPr>
          <p:spPr>
            <a:xfrm>
              <a:off x="373691" y="4394175"/>
              <a:ext cx="1612764" cy="182880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Process/code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DC20AFB-FB63-78F0-22BC-80D7D6D8C09E}"/>
                </a:ext>
              </a:extLst>
            </p:cNvPr>
            <p:cNvSpPr/>
            <p:nvPr/>
          </p:nvSpPr>
          <p:spPr>
            <a:xfrm>
              <a:off x="1103880" y="5165908"/>
              <a:ext cx="143865" cy="86710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B4EC6AD-C9D4-B288-9979-5CD7FB3C744A}"/>
                </a:ext>
              </a:extLst>
            </p:cNvPr>
            <p:cNvSpPr txBox="1"/>
            <p:nvPr/>
          </p:nvSpPr>
          <p:spPr>
            <a:xfrm>
              <a:off x="437348" y="4796576"/>
              <a:ext cx="633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data</a:t>
              </a:r>
            </a:p>
          </p:txBody>
        </p:sp>
        <p:cxnSp>
          <p:nvCxnSpPr>
            <p:cNvPr id="40" name="Curved Connector 39">
              <a:extLst>
                <a:ext uri="{FF2B5EF4-FFF2-40B4-BE49-F238E27FC236}">
                  <a16:creationId xmlns:a16="http://schemas.microsoft.com/office/drawing/2014/main" id="{16D6CC71-5B38-D7A5-9FE8-20C5FEF11F69}"/>
                </a:ext>
              </a:extLst>
            </p:cNvPr>
            <p:cNvCxnSpPr>
              <a:stCxn id="39" idx="3"/>
              <a:endCxn id="38" idx="0"/>
            </p:cNvCxnSpPr>
            <p:nvPr/>
          </p:nvCxnSpPr>
          <p:spPr>
            <a:xfrm>
              <a:off x="1071111" y="4981242"/>
              <a:ext cx="104702" cy="184666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D58E815-67C5-01E9-A407-5E3C869ABAC0}"/>
              </a:ext>
            </a:extLst>
          </p:cNvPr>
          <p:cNvGrpSpPr/>
          <p:nvPr/>
        </p:nvGrpSpPr>
        <p:grpSpPr>
          <a:xfrm>
            <a:off x="6600980" y="4396474"/>
            <a:ext cx="1612764" cy="1828800"/>
            <a:chOff x="373691" y="4394175"/>
            <a:chExt cx="1612764" cy="18288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08B8800-608E-AE67-3A59-EB8E15C4AA20}"/>
                </a:ext>
              </a:extLst>
            </p:cNvPr>
            <p:cNvSpPr/>
            <p:nvPr/>
          </p:nvSpPr>
          <p:spPr>
            <a:xfrm>
              <a:off x="373691" y="4394175"/>
              <a:ext cx="1612764" cy="182880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Process/code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B3BB230-40C4-1C9A-6CF0-42F418DD5D7E}"/>
                </a:ext>
              </a:extLst>
            </p:cNvPr>
            <p:cNvSpPr/>
            <p:nvPr/>
          </p:nvSpPr>
          <p:spPr>
            <a:xfrm>
              <a:off x="1103880" y="5165908"/>
              <a:ext cx="143865" cy="86710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B628607-0B76-A124-363D-04FC66AC16D7}"/>
                </a:ext>
              </a:extLst>
            </p:cNvPr>
            <p:cNvSpPr txBox="1"/>
            <p:nvPr/>
          </p:nvSpPr>
          <p:spPr>
            <a:xfrm>
              <a:off x="437348" y="4796576"/>
              <a:ext cx="633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data</a:t>
              </a:r>
            </a:p>
          </p:txBody>
        </p:sp>
        <p:cxnSp>
          <p:nvCxnSpPr>
            <p:cNvPr id="45" name="Curved Connector 44">
              <a:extLst>
                <a:ext uri="{FF2B5EF4-FFF2-40B4-BE49-F238E27FC236}">
                  <a16:creationId xmlns:a16="http://schemas.microsoft.com/office/drawing/2014/main" id="{409A50CB-56C6-50BC-4ECB-EC9FC66C3A14}"/>
                </a:ext>
              </a:extLst>
            </p:cNvPr>
            <p:cNvCxnSpPr>
              <a:stCxn id="44" idx="3"/>
              <a:endCxn id="43" idx="0"/>
            </p:cNvCxnSpPr>
            <p:nvPr/>
          </p:nvCxnSpPr>
          <p:spPr>
            <a:xfrm>
              <a:off x="1071111" y="4981242"/>
              <a:ext cx="104702" cy="184666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3DEED4B-BF5B-809A-A437-D4FBA517F323}"/>
              </a:ext>
            </a:extLst>
          </p:cNvPr>
          <p:cNvGrpSpPr/>
          <p:nvPr/>
        </p:nvGrpSpPr>
        <p:grpSpPr>
          <a:xfrm>
            <a:off x="8887975" y="4396474"/>
            <a:ext cx="1612764" cy="1828800"/>
            <a:chOff x="373691" y="4394175"/>
            <a:chExt cx="1612764" cy="182880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B02AD23-63ED-C96D-3EC4-23ED2B44AEC3}"/>
                </a:ext>
              </a:extLst>
            </p:cNvPr>
            <p:cNvSpPr/>
            <p:nvPr/>
          </p:nvSpPr>
          <p:spPr>
            <a:xfrm>
              <a:off x="373691" y="4394175"/>
              <a:ext cx="1612764" cy="182880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Process/code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FBD95F3-4CB7-AB9F-04F2-3C9CEF3556B0}"/>
                </a:ext>
              </a:extLst>
            </p:cNvPr>
            <p:cNvSpPr/>
            <p:nvPr/>
          </p:nvSpPr>
          <p:spPr>
            <a:xfrm>
              <a:off x="1103880" y="5165908"/>
              <a:ext cx="143865" cy="86710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0904051-F102-0720-A6E5-78293C6EE942}"/>
                </a:ext>
              </a:extLst>
            </p:cNvPr>
            <p:cNvSpPr txBox="1"/>
            <p:nvPr/>
          </p:nvSpPr>
          <p:spPr>
            <a:xfrm>
              <a:off x="437348" y="4796576"/>
              <a:ext cx="633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data</a:t>
              </a:r>
            </a:p>
          </p:txBody>
        </p:sp>
        <p:cxnSp>
          <p:nvCxnSpPr>
            <p:cNvPr id="50" name="Curved Connector 49">
              <a:extLst>
                <a:ext uri="{FF2B5EF4-FFF2-40B4-BE49-F238E27FC236}">
                  <a16:creationId xmlns:a16="http://schemas.microsoft.com/office/drawing/2014/main" id="{D2E9FD8C-41A5-9842-4714-7464777AD3F7}"/>
                </a:ext>
              </a:extLst>
            </p:cNvPr>
            <p:cNvCxnSpPr>
              <a:stCxn id="49" idx="3"/>
              <a:endCxn id="48" idx="0"/>
            </p:cNvCxnSpPr>
            <p:nvPr/>
          </p:nvCxnSpPr>
          <p:spPr>
            <a:xfrm>
              <a:off x="1071111" y="4981242"/>
              <a:ext cx="104702" cy="184666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B4F715FB-1E1B-C70D-DAFE-E6B4AF8E4AB1}"/>
              </a:ext>
            </a:extLst>
          </p:cNvPr>
          <p:cNvCxnSpPr>
            <a:cxnSpLocks/>
            <a:stCxn id="7" idx="2"/>
            <a:endCxn id="2" idx="0"/>
          </p:cNvCxnSpPr>
          <p:nvPr/>
        </p:nvCxnSpPr>
        <p:spPr>
          <a:xfrm rot="5400000">
            <a:off x="3802336" y="2342359"/>
            <a:ext cx="1085152" cy="3023079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9FD8FE3-1527-1063-D689-C80488A77A14}"/>
              </a:ext>
            </a:extLst>
          </p:cNvPr>
          <p:cNvSpPr txBox="1"/>
          <p:nvPr/>
        </p:nvSpPr>
        <p:spPr>
          <a:xfrm>
            <a:off x="4730698" y="2611284"/>
            <a:ext cx="894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carve up data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A2329710-E6A3-1A3B-8EB7-B7094A8FC379}"/>
              </a:ext>
            </a:extLst>
          </p:cNvPr>
          <p:cNvSpPr/>
          <p:nvPr/>
        </p:nvSpPr>
        <p:spPr>
          <a:xfrm>
            <a:off x="7115503" y="2354317"/>
            <a:ext cx="287599" cy="107468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931905-246B-1DB3-2CC5-EDAFB468807B}"/>
              </a:ext>
            </a:extLst>
          </p:cNvPr>
          <p:cNvSpPr txBox="1"/>
          <p:nvPr/>
        </p:nvSpPr>
        <p:spPr>
          <a:xfrm>
            <a:off x="7581190" y="2577174"/>
            <a:ext cx="2827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This is often a preprocessing step, but it does not have to be.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229C06-0F63-DCE9-E05C-DACEA34A362D}"/>
              </a:ext>
            </a:extLst>
          </p:cNvPr>
          <p:cNvSpPr txBox="1"/>
          <p:nvPr/>
        </p:nvSpPr>
        <p:spPr>
          <a:xfrm>
            <a:off x="1621971" y="3429000"/>
            <a:ext cx="36989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rgbClr val="FF40FF"/>
                </a:solidFill>
              </a:rPr>
              <a:t>Each of 4 processes below independent</a:t>
            </a:r>
          </a:p>
        </p:txBody>
      </p:sp>
    </p:spTree>
    <p:extLst>
      <p:ext uri="{BB962C8B-B14F-4D97-AF65-F5344CB8AC3E}">
        <p14:creationId xmlns:p14="http://schemas.microsoft.com/office/powerpoint/2010/main" val="870652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43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9</cp:revision>
  <dcterms:created xsi:type="dcterms:W3CDTF">2025-02-25T19:52:56Z</dcterms:created>
  <dcterms:modified xsi:type="dcterms:W3CDTF">2025-06-25T13:56:31Z</dcterms:modified>
</cp:coreProperties>
</file>
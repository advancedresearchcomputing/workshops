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E3853-7FE6-C665-4127-CF5E8D698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54C1BE-5D96-3473-FE8C-DF93C815B0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DBC30-36AF-91BF-6D4A-1C8BDF2F4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2CB1C-87D8-DD47-887F-2DE964E03681}" type="datetimeFigureOut">
              <a:rPr lang="en-US" smtClean="0"/>
              <a:t>3/10/25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025CF-B01D-710B-0FD9-E38D805DF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F64A4-4194-8257-0927-1F6D37FFE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912B-1D35-C941-A2A6-97B50EA72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063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53111-96F6-8C7F-6689-2486FD042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7384E-E721-7BAC-2F4D-5A3DF05A7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92EEC-B0F5-607B-7581-B0D364F74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2CB1C-87D8-DD47-887F-2DE964E03681}" type="datetimeFigureOut">
              <a:rPr lang="en-US" smtClean="0"/>
              <a:t>3/10/25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9A1E3-57F7-BEC8-2F7F-325A302A2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65872-4739-4835-1DC8-D53595D1C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912B-1D35-C941-A2A6-97B50EA72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967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8B2F7-09AC-C119-6424-BAC9BE981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DC2DDD-B8BA-5F84-3F9A-1D308C0A5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E21F6-C31A-E6FC-15A4-3E18C56A8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2CB1C-87D8-DD47-887F-2DE964E03681}" type="datetimeFigureOut">
              <a:rPr lang="en-US" smtClean="0"/>
              <a:t>3/10/25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C49CC-DA83-98F0-CFA8-13E41498D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A7DA7-A5F8-6102-74B7-951E3534F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912B-1D35-C941-A2A6-97B50EA72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515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2B45B-84A4-3935-CE21-91EE4B4E2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5D82F-D408-51F9-8D88-24A83DBBB3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4DAAF7-53FF-DC5C-53E6-CFDFBB2F9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E309E6-9A53-EE68-3A6A-141E7E2F7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2CB1C-87D8-DD47-887F-2DE964E03681}" type="datetimeFigureOut">
              <a:rPr lang="en-US" smtClean="0"/>
              <a:t>3/10/25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D85A1A-6AD2-B663-79DA-3F8EF7A3A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A78846-3C7D-D3BA-6842-AE194E8FA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912B-1D35-C941-A2A6-97B50EA72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866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27648-BA6B-CB0E-F383-B45288DC5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BD557E-57A3-1166-A843-FE8E9FA17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FACE98-EA73-6F31-99EF-5C116CDE30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1319E9-A068-420B-28F1-B29B6FF06E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ACC13D-4A3F-6DE1-48E6-DC746898C8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B0DFB3-4730-CBB1-8C93-270204FE9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2CB1C-87D8-DD47-887F-2DE964E03681}" type="datetimeFigureOut">
              <a:rPr lang="en-US" smtClean="0"/>
              <a:t>3/10/25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D093C5-8B04-9236-253D-EF7C98578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5C9981-64BA-5883-262E-C231C4A11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912B-1D35-C941-A2A6-97B50EA72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549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22D39-32A2-7A5F-B35E-6EAB8A63A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09C82E-FEF8-CDFF-0416-3DB5BD9B2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2CB1C-87D8-DD47-887F-2DE964E03681}" type="datetimeFigureOut">
              <a:rPr lang="en-US" smtClean="0"/>
              <a:t>3/10/25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0E92BB-3ADB-D0A6-F9BD-6F2B12E0A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26E943-56C4-FEE2-B642-8AE5EE3F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912B-1D35-C941-A2A6-97B50EA72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289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B724DA-D115-A920-9CF8-0DC61907F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2CB1C-87D8-DD47-887F-2DE964E03681}" type="datetimeFigureOut">
              <a:rPr lang="en-US" smtClean="0"/>
              <a:t>3/10/25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4F053-F982-0B88-324A-F98AA0B66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50B32-EE9E-8373-6223-069297050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912B-1D35-C941-A2A6-97B50EA72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800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5FA0C-96E4-21E2-5D7C-EB1332430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9C11F-91DC-98B2-7B12-6ACA52322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A3DD73-90DF-D3CF-A648-81F03C7D59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B4BBDB-B352-8A95-B725-37C945B72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2CB1C-87D8-DD47-887F-2DE964E03681}" type="datetimeFigureOut">
              <a:rPr lang="en-US" smtClean="0"/>
              <a:t>3/10/25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179455-00DA-6F7E-8A24-61A637814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4BF403-A159-9C68-428C-425CD287D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912B-1D35-C941-A2A6-97B50EA72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24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07CDD-AD17-244E-8AC7-BC234C297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E34DB1-5987-2D9E-D62A-6599D70F66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C22006-41D6-3211-79E1-2A08DF29A2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BD3B4-F234-D2AA-1F57-B0D6D72A2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2CB1C-87D8-DD47-887F-2DE964E03681}" type="datetimeFigureOut">
              <a:rPr lang="en-US" smtClean="0"/>
              <a:t>3/10/25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F1CA4-500A-58D3-1E67-84403CEBD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6332D-9531-E09F-05F0-1787396F2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912B-1D35-C941-A2A6-97B50EA72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968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33E46-2E17-262E-73CC-244173AB6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79456A-C7C5-475A-04A5-C299B15661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36236-DF8F-4806-9AC1-3CB92E660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2CB1C-87D8-DD47-887F-2DE964E03681}" type="datetimeFigureOut">
              <a:rPr lang="en-US" smtClean="0"/>
              <a:t>3/10/25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5F505-1EC1-DF03-F702-EA720C314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27E2E-703F-2B70-2692-92718284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912B-1D35-C941-A2A6-97B50EA72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761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DAAA18-9837-FAD9-408A-D9EB8D40E2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3C0E7B-21C2-66EB-9C5D-C505090289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FBBEB-7FBC-B431-828A-9FACD975C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2CB1C-87D8-DD47-887F-2DE964E03681}" type="datetimeFigureOut">
              <a:rPr lang="en-US" smtClean="0"/>
              <a:t>3/10/25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A93ED-7D6D-1757-6864-63000D0B9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9FD1F-401D-AA1D-C7AA-050876812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912B-1D35-C941-A2A6-97B50EA72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043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B291BD-93FE-41E7-1B79-CC00C09D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E5679-FC81-9505-2BC9-4B316AE153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103C1-DFF6-12FF-C7C6-34F555D6DD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E2CB1C-87D8-DD47-887F-2DE964E03681}" type="datetimeFigureOut">
              <a:rPr lang="en-US" smtClean="0"/>
              <a:t>3/10/25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BC403-A841-3396-2508-A9199629F2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A07EC-BEE1-2875-61E4-7F4C83F66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E3912B-1D35-C941-A2A6-97B50EA72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863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BED7F5E-2D39-918E-B5D8-0896CD2FDA7D}"/>
              </a:ext>
            </a:extLst>
          </p:cNvPr>
          <p:cNvSpPr/>
          <p:nvPr/>
        </p:nvSpPr>
        <p:spPr>
          <a:xfrm>
            <a:off x="373691" y="3248552"/>
            <a:ext cx="2567792" cy="18288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Parent</a:t>
            </a:r>
            <a:r>
              <a:rPr lang="en-US" dirty="0">
                <a:solidFill>
                  <a:schemeClr val="tx1"/>
                </a:solidFill>
              </a:rPr>
              <a:t> Process/code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FFAFFE-9391-26F8-D256-5981AE0C6871}"/>
              </a:ext>
            </a:extLst>
          </p:cNvPr>
          <p:cNvSpPr/>
          <p:nvPr/>
        </p:nvSpPr>
        <p:spPr>
          <a:xfrm>
            <a:off x="504503" y="4057068"/>
            <a:ext cx="1119352" cy="86710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5DD71960-A991-F2AE-5E1B-EB62AF254E37}"/>
              </a:ext>
            </a:extLst>
          </p:cNvPr>
          <p:cNvSpPr/>
          <p:nvPr/>
        </p:nvSpPr>
        <p:spPr>
          <a:xfrm>
            <a:off x="2017068" y="4123751"/>
            <a:ext cx="914400" cy="914400"/>
          </a:xfrm>
          <a:prstGeom prst="arc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D83985-F80D-E962-B3D1-971A4FAEA5ED}"/>
              </a:ext>
            </a:extLst>
          </p:cNvPr>
          <p:cNvSpPr txBox="1"/>
          <p:nvPr/>
        </p:nvSpPr>
        <p:spPr>
          <a:xfrm>
            <a:off x="1728955" y="4294856"/>
            <a:ext cx="1317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fork processes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8BCE24-E1E8-07E7-36C4-D04D938E1C08}"/>
              </a:ext>
            </a:extLst>
          </p:cNvPr>
          <p:cNvSpPr txBox="1"/>
          <p:nvPr/>
        </p:nvSpPr>
        <p:spPr>
          <a:xfrm>
            <a:off x="5590188" y="1715754"/>
            <a:ext cx="1011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/>
              <a:t>Forking</a:t>
            </a:r>
            <a:r>
              <a:rPr lang="en-US" dirty="0"/>
              <a:t>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449492-2707-19B2-F4F2-AB4DBA638A0D}"/>
              </a:ext>
            </a:extLst>
          </p:cNvPr>
          <p:cNvSpPr/>
          <p:nvPr/>
        </p:nvSpPr>
        <p:spPr>
          <a:xfrm>
            <a:off x="3080096" y="4378412"/>
            <a:ext cx="2567792" cy="18288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Child</a:t>
            </a:r>
            <a:r>
              <a:rPr lang="en-US" dirty="0">
                <a:solidFill>
                  <a:schemeClr val="tx1"/>
                </a:solidFill>
              </a:rPr>
              <a:t> Process/code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E3D9CC-EDFB-DFBB-4811-E6C946A438E3}"/>
              </a:ext>
            </a:extLst>
          </p:cNvPr>
          <p:cNvSpPr/>
          <p:nvPr/>
        </p:nvSpPr>
        <p:spPr>
          <a:xfrm>
            <a:off x="3210908" y="5186928"/>
            <a:ext cx="1119352" cy="86710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901AD76D-7B93-D6A2-B92A-71C556528A92}"/>
              </a:ext>
            </a:extLst>
          </p:cNvPr>
          <p:cNvSpPr/>
          <p:nvPr/>
        </p:nvSpPr>
        <p:spPr>
          <a:xfrm>
            <a:off x="4723473" y="5253611"/>
            <a:ext cx="914400" cy="914400"/>
          </a:xfrm>
          <a:prstGeom prst="arc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A11717-5D65-0D52-F84F-4BCEDF02306C}"/>
              </a:ext>
            </a:extLst>
          </p:cNvPr>
          <p:cNvSpPr txBox="1"/>
          <p:nvPr/>
        </p:nvSpPr>
        <p:spPr>
          <a:xfrm>
            <a:off x="4435360" y="5424716"/>
            <a:ext cx="1317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fork processes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32C9808-46C4-4589-4395-CCB82CB8B87B}"/>
              </a:ext>
            </a:extLst>
          </p:cNvPr>
          <p:cNvSpPr/>
          <p:nvPr/>
        </p:nvSpPr>
        <p:spPr>
          <a:xfrm>
            <a:off x="5928383" y="4357393"/>
            <a:ext cx="2567792" cy="18288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Child</a:t>
            </a:r>
            <a:r>
              <a:rPr lang="en-US" dirty="0">
                <a:solidFill>
                  <a:schemeClr val="tx1"/>
                </a:solidFill>
              </a:rPr>
              <a:t> Process/code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B9E75B2-51BE-C42B-1C33-B27752DCED7E}"/>
              </a:ext>
            </a:extLst>
          </p:cNvPr>
          <p:cNvSpPr/>
          <p:nvPr/>
        </p:nvSpPr>
        <p:spPr>
          <a:xfrm>
            <a:off x="6059195" y="5165909"/>
            <a:ext cx="1119352" cy="86710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7A20558F-ECC7-2EAD-03E0-891C8030D2A9}"/>
              </a:ext>
            </a:extLst>
          </p:cNvPr>
          <p:cNvSpPr/>
          <p:nvPr/>
        </p:nvSpPr>
        <p:spPr>
          <a:xfrm>
            <a:off x="7571760" y="5232592"/>
            <a:ext cx="914400" cy="914400"/>
          </a:xfrm>
          <a:prstGeom prst="arc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85FF28-0AEA-CF1F-2614-1AAA7F3193C0}"/>
              </a:ext>
            </a:extLst>
          </p:cNvPr>
          <p:cNvSpPr txBox="1"/>
          <p:nvPr/>
        </p:nvSpPr>
        <p:spPr>
          <a:xfrm>
            <a:off x="7283647" y="5403697"/>
            <a:ext cx="1317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fork processes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775A576-405B-5583-8B21-A0248753BA7A}"/>
              </a:ext>
            </a:extLst>
          </p:cNvPr>
          <p:cNvSpPr/>
          <p:nvPr/>
        </p:nvSpPr>
        <p:spPr>
          <a:xfrm>
            <a:off x="8845000" y="4362653"/>
            <a:ext cx="2567792" cy="18288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>
                <a:solidFill>
                  <a:srgbClr val="FF0000"/>
                </a:solidFill>
              </a:rPr>
              <a:t>Child</a:t>
            </a:r>
            <a:r>
              <a:rPr lang="en-US">
                <a:solidFill>
                  <a:schemeClr val="tx1"/>
                </a:solidFill>
              </a:rPr>
              <a:t> Process</a:t>
            </a:r>
            <a:r>
              <a:rPr lang="en-US" dirty="0">
                <a:solidFill>
                  <a:schemeClr val="tx1"/>
                </a:solidFill>
              </a:rPr>
              <a:t>/code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D74732B-18B4-EB71-8E84-C79BD6B7D322}"/>
              </a:ext>
            </a:extLst>
          </p:cNvPr>
          <p:cNvSpPr/>
          <p:nvPr/>
        </p:nvSpPr>
        <p:spPr>
          <a:xfrm>
            <a:off x="8975812" y="5171169"/>
            <a:ext cx="1119352" cy="86710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85D0A057-231E-02CA-8316-7033812B474B}"/>
              </a:ext>
            </a:extLst>
          </p:cNvPr>
          <p:cNvSpPr/>
          <p:nvPr/>
        </p:nvSpPr>
        <p:spPr>
          <a:xfrm>
            <a:off x="10488377" y="5237852"/>
            <a:ext cx="914400" cy="914400"/>
          </a:xfrm>
          <a:prstGeom prst="arc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A9F0A5-247A-CE37-8A39-1932D90AA9CE}"/>
              </a:ext>
            </a:extLst>
          </p:cNvPr>
          <p:cNvSpPr txBox="1"/>
          <p:nvPr/>
        </p:nvSpPr>
        <p:spPr>
          <a:xfrm>
            <a:off x="10200264" y="5408957"/>
            <a:ext cx="1317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fork processes</a:t>
            </a:r>
          </a:p>
        </p:txBody>
      </p: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AA816115-B882-351E-B7DF-DA495FC39C93}"/>
              </a:ext>
            </a:extLst>
          </p:cNvPr>
          <p:cNvCxnSpPr>
            <a:cxnSpLocks/>
            <a:stCxn id="5" idx="0"/>
            <a:endCxn id="18" idx="0"/>
          </p:cNvCxnSpPr>
          <p:nvPr/>
        </p:nvCxnSpPr>
        <p:spPr>
          <a:xfrm rot="16200000" flipH="1">
            <a:off x="3334103" y="3348523"/>
            <a:ext cx="83556" cy="1976222"/>
          </a:xfrm>
          <a:prstGeom prst="bentConnector3">
            <a:avLst>
              <a:gd name="adj1" fmla="val -273589"/>
            </a:avLst>
          </a:prstGeom>
          <a:ln w="285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B26A9BE0-7AC2-89B3-C450-EF0447EDF18A}"/>
              </a:ext>
            </a:extLst>
          </p:cNvPr>
          <p:cNvCxnSpPr>
            <a:cxnSpLocks/>
            <a:stCxn id="5" idx="0"/>
            <a:endCxn id="22" idx="0"/>
          </p:cNvCxnSpPr>
          <p:nvPr/>
        </p:nvCxnSpPr>
        <p:spPr>
          <a:xfrm rot="16200000" flipH="1">
            <a:off x="4768755" y="1913870"/>
            <a:ext cx="62537" cy="4824509"/>
          </a:xfrm>
          <a:prstGeom prst="bentConnector3">
            <a:avLst>
              <a:gd name="adj1" fmla="val -365544"/>
            </a:avLst>
          </a:prstGeom>
          <a:ln w="285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E85FE603-5332-3EE1-FE9B-1D178E8EF326}"/>
              </a:ext>
            </a:extLst>
          </p:cNvPr>
          <p:cNvCxnSpPr>
            <a:cxnSpLocks/>
            <a:stCxn id="5" idx="0"/>
            <a:endCxn id="26" idx="0"/>
          </p:cNvCxnSpPr>
          <p:nvPr/>
        </p:nvCxnSpPr>
        <p:spPr>
          <a:xfrm rot="16200000" flipH="1">
            <a:off x="6224434" y="458191"/>
            <a:ext cx="67797" cy="7741126"/>
          </a:xfrm>
          <a:prstGeom prst="bentConnector3">
            <a:avLst>
              <a:gd name="adj1" fmla="val -337183"/>
            </a:avLst>
          </a:prstGeom>
          <a:ln w="285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0652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29</Words>
  <Application>Microsoft Macintosh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Kuhlman, Chris</dc:creator>
  <cp:lastModifiedBy>Kuhlman, Chris</cp:lastModifiedBy>
  <cp:revision>7</cp:revision>
  <dcterms:created xsi:type="dcterms:W3CDTF">2025-02-25T19:52:56Z</dcterms:created>
  <dcterms:modified xsi:type="dcterms:W3CDTF">2025-03-10T15:20:13Z</dcterms:modified>
</cp:coreProperties>
</file>
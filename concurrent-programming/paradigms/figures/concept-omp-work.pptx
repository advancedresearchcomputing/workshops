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8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94"/>
  </p:normalViewPr>
  <p:slideViewPr>
    <p:cSldViewPr snapToGrid="0">
      <p:cViewPr varScale="1">
        <p:scale>
          <a:sx n="117" d="100"/>
          <a:sy n="117" d="100"/>
        </p:scale>
        <p:origin x="808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12C833-29B7-1ECD-B02F-F1B5B015107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33A8D62-1A3C-17ED-088F-FBF01928902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4B2D455-AA64-A65F-37AF-82CC86B229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5B8B16-B5C4-4643-A554-73759D41CFBC}" type="datetimeFigureOut">
              <a:rPr lang="en-US" smtClean="0"/>
              <a:t>7/14/25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4E05898-515C-23E4-415C-C6F0BEEF3A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93218A1-73FC-B42E-4AAB-63AA296258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753E6A-F8EB-9D49-B76C-68F2F05D91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557175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AFBE2A-9375-47EB-DD93-86BDA62E40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81252DE-92B7-7EB6-F362-C9BD3091A86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7513E15-D6EF-6D4F-7295-EFCC64FE6D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5B8B16-B5C4-4643-A554-73759D41CFBC}" type="datetimeFigureOut">
              <a:rPr lang="en-US" smtClean="0"/>
              <a:t>7/14/25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0CF7E12-8A2A-8166-4B5F-F5E44C1685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8382BCB-74D1-25A0-59E2-ACDF0ECC5A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753E6A-F8EB-9D49-B76C-68F2F05D91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462419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37CBD9-EC30-197B-1FED-680066CCED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70CD62D-15B7-951A-C2CE-72617DA7A67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2ED9A7E-F531-3A4A-BF04-9E01160682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5B8B16-B5C4-4643-A554-73759D41CFBC}" type="datetimeFigureOut">
              <a:rPr lang="en-US" smtClean="0"/>
              <a:t>7/14/25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320BC79-112D-BB26-24C8-2485816560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E7920C1-EA69-AB63-EA75-99C1ACBA32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753E6A-F8EB-9D49-B76C-68F2F05D91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125260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805C27-7D9A-B235-06CB-6675CD7A13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DF90FF5-479F-4BDC-282B-3968DB26DE8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573D619-9C30-80A3-9269-28322B2B09C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FF4D18D-F1FC-0CC9-DD9E-A9E5F05F2B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5B8B16-B5C4-4643-A554-73759D41CFBC}" type="datetimeFigureOut">
              <a:rPr lang="en-US" smtClean="0"/>
              <a:t>7/14/25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2767B72-FD04-7F5C-28A1-71A3F53EDA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9A7D58C-F45E-29A3-3673-D1C4FB7A5F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753E6A-F8EB-9D49-B76C-68F2F05D91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69101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65F8C7-5513-9E19-0945-2028A37F77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B3DBE70-842E-F2F0-0404-AA51E07FF60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2A32696-E64B-138B-8954-29D9BE8074E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AE5B008-162C-1F17-58DF-1F8A3DBD36F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5B508CF-0653-1EBD-73DD-B6024F28D7F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C11F9EA-4735-C993-87E8-90A8AF206D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5B8B16-B5C4-4643-A554-73759D41CFBC}" type="datetimeFigureOut">
              <a:rPr lang="en-US" smtClean="0"/>
              <a:t>7/14/25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82CC4EA-3BF5-E26D-9F0E-D549CDF540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D3EE6A0-DB9B-94EC-4726-59C79DD05E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753E6A-F8EB-9D49-B76C-68F2F05D91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222191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F528BE-992C-9DD5-4F96-36CB37AEBE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C9F2A7A-E434-5034-151F-E67A8C6910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5B8B16-B5C4-4643-A554-73759D41CFBC}" type="datetimeFigureOut">
              <a:rPr lang="en-US" smtClean="0"/>
              <a:t>7/14/25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E7E1306-26E5-27AC-0BEA-29AFDAC5FF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CE19642-B147-A5D0-B8C4-F837AC7006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753E6A-F8EB-9D49-B76C-68F2F05D91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916774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CC34B5D-05E3-3F43-C305-8FF7D826B8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5B8B16-B5C4-4643-A554-73759D41CFBC}" type="datetimeFigureOut">
              <a:rPr lang="en-US" smtClean="0"/>
              <a:t>7/14/25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361E141-F033-631F-5A69-11F46AED68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E01BC31-A151-B36C-396F-90D1332202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753E6A-F8EB-9D49-B76C-68F2F05D91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92486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985BC4-AAA0-F96A-9A97-FD415CFDC2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983E673-6D8E-5608-D608-F64F7B846DF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AD29EC1-DAB4-2762-A396-6F71FA5E48E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8961FB3-35E8-ADD8-2D0C-433C48520E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5B8B16-B5C4-4643-A554-73759D41CFBC}" type="datetimeFigureOut">
              <a:rPr lang="en-US" smtClean="0"/>
              <a:t>7/14/25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F3D8D3F-6AD8-F987-A620-46D62636B3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0A1B4B7-2142-89BE-B87C-460CA349D0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753E6A-F8EB-9D49-B76C-68F2F05D91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078595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E5FB73-2405-AF35-4DA3-7F0096FBA8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C419628-3F9E-FC38-04DB-4A24CE6F038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FD65173-FBEC-1784-E210-E6C750996B5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21881C4-EC87-31C0-12ED-D71DFF56CF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5B8B16-B5C4-4643-A554-73759D41CFBC}" type="datetimeFigureOut">
              <a:rPr lang="en-US" smtClean="0"/>
              <a:t>7/14/25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7FEB3AD-5265-3F50-3C2E-1D7E1A2864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728A6AB-D61C-3DBB-A85E-D8B34E0C1C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753E6A-F8EB-9D49-B76C-68F2F05D91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8455454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F7E415-E6DB-B151-32FB-014597179A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F4FBF0F-B6B4-986B-99EA-77ABD3A8883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09D2C84-4F52-8E65-F43C-FA6FDFED54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5B8B16-B5C4-4643-A554-73759D41CFBC}" type="datetimeFigureOut">
              <a:rPr lang="en-US" smtClean="0"/>
              <a:t>7/14/25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9E7A2DF-8B60-FF99-EE04-BA59629973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CF9D765-B2A0-FD16-77CC-C10C8D3CC1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753E6A-F8EB-9D49-B76C-68F2F05D91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754486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4D1F155-80BA-97FA-21A9-3F742B61F29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43090F2-188D-3AED-DF9B-89094469263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64967EA-35EE-48D1-A1CE-32D96DD684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5B8B16-B5C4-4643-A554-73759D41CFBC}" type="datetimeFigureOut">
              <a:rPr lang="en-US" smtClean="0"/>
              <a:t>7/14/25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8364F7B-3B3C-F123-99A8-FD1C441142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A313EA8-292B-5484-0DB9-669240D69C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753E6A-F8EB-9D49-B76C-68F2F05D91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589618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58F2F27-7F55-4F4F-03F1-5BA406786A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00607E5-8995-9A03-3201-8CB1EE9D325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E389C9C-AFCD-21E9-0CBC-E3B2E882EDD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15B8B16-B5C4-4643-A554-73759D41CFBC}" type="datetimeFigureOut">
              <a:rPr lang="en-US" smtClean="0"/>
              <a:t>7/14/25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FF9D5A1-67C9-66A8-1221-BFE550C50B9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C7B4739-E89B-AEA7-32DF-695CB003D81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7753E6A-F8EB-9D49-B76C-68F2F05D91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898065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7FE4C3-F0BA-A800-7121-B03AFAEE05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TextBox 31">
            <a:extLst>
              <a:ext uri="{FF2B5EF4-FFF2-40B4-BE49-F238E27FC236}">
                <a16:creationId xmlns:a16="http://schemas.microsoft.com/office/drawing/2014/main" id="{C5CA34EF-F900-F93F-5774-3407DAA2932B}"/>
              </a:ext>
            </a:extLst>
          </p:cNvPr>
          <p:cNvSpPr txBox="1"/>
          <p:nvPr/>
        </p:nvSpPr>
        <p:spPr>
          <a:xfrm>
            <a:off x="5069601" y="378790"/>
            <a:ext cx="188846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b="1" i="1" dirty="0"/>
              <a:t>Threading:  OMP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D2137075-5B36-59F2-CFC8-DA42B43E21FC}"/>
              </a:ext>
            </a:extLst>
          </p:cNvPr>
          <p:cNvSpPr/>
          <p:nvPr/>
        </p:nvSpPr>
        <p:spPr>
          <a:xfrm>
            <a:off x="916427" y="1588189"/>
            <a:ext cx="6928922" cy="92415"/>
          </a:xfrm>
          <a:prstGeom prst="rect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7964A018-0E0B-5FAF-A7E3-7013B618A196}"/>
              </a:ext>
            </a:extLst>
          </p:cNvPr>
          <p:cNvSpPr/>
          <p:nvPr/>
        </p:nvSpPr>
        <p:spPr>
          <a:xfrm>
            <a:off x="916427" y="2143152"/>
            <a:ext cx="6928922" cy="92415"/>
          </a:xfrm>
          <a:prstGeom prst="rect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48971DFB-4169-13E5-F1F1-0591D4FB92AD}"/>
              </a:ext>
            </a:extLst>
          </p:cNvPr>
          <p:cNvCxnSpPr>
            <a:cxnSpLocks/>
          </p:cNvCxnSpPr>
          <p:nvPr/>
        </p:nvCxnSpPr>
        <p:spPr>
          <a:xfrm>
            <a:off x="4380888" y="1680604"/>
            <a:ext cx="0" cy="462548"/>
          </a:xfrm>
          <a:prstGeom prst="straightConnector1">
            <a:avLst/>
          </a:prstGeom>
          <a:ln w="76200">
            <a:solidFill>
              <a:srgbClr val="00B0F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F2B36C61-91DA-0FA5-D1CF-2ED23BFA75D5}"/>
              </a:ext>
            </a:extLst>
          </p:cNvPr>
          <p:cNvSpPr txBox="1"/>
          <p:nvPr/>
        </p:nvSpPr>
        <p:spPr>
          <a:xfrm>
            <a:off x="3509880" y="841338"/>
            <a:ext cx="178792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code execution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838FC7A-2DEE-D2D2-C791-2C1E7F7F596F}"/>
              </a:ext>
            </a:extLst>
          </p:cNvPr>
          <p:cNvSpPr txBox="1"/>
          <p:nvPr/>
        </p:nvSpPr>
        <p:spPr>
          <a:xfrm>
            <a:off x="9758280" y="841338"/>
            <a:ext cx="108497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example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C2188977-9751-414D-68FD-1D13984741F7}"/>
              </a:ext>
            </a:extLst>
          </p:cNvPr>
          <p:cNvSpPr txBox="1"/>
          <p:nvPr/>
        </p:nvSpPr>
        <p:spPr>
          <a:xfrm>
            <a:off x="8604689" y="1694554"/>
            <a:ext cx="274280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opening file, reading data.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0642152E-656A-1707-8170-474698EFB045}"/>
              </a:ext>
            </a:extLst>
          </p:cNvPr>
          <p:cNvSpPr/>
          <p:nvPr/>
        </p:nvSpPr>
        <p:spPr>
          <a:xfrm>
            <a:off x="916427" y="2709206"/>
            <a:ext cx="6928922" cy="92415"/>
          </a:xfrm>
          <a:prstGeom prst="rect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6A7F6C5D-347D-490D-D9FF-30FF0FC603F7}"/>
              </a:ext>
            </a:extLst>
          </p:cNvPr>
          <p:cNvCxnSpPr>
            <a:cxnSpLocks/>
          </p:cNvCxnSpPr>
          <p:nvPr/>
        </p:nvCxnSpPr>
        <p:spPr>
          <a:xfrm>
            <a:off x="1474403" y="2246453"/>
            <a:ext cx="0" cy="462548"/>
          </a:xfrm>
          <a:prstGeom prst="straightConnector1">
            <a:avLst/>
          </a:prstGeom>
          <a:ln w="76200">
            <a:solidFill>
              <a:srgbClr val="00B0F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E0E5C431-1EED-4F9E-B962-741EAD834466}"/>
              </a:ext>
            </a:extLst>
          </p:cNvPr>
          <p:cNvCxnSpPr>
            <a:cxnSpLocks/>
          </p:cNvCxnSpPr>
          <p:nvPr/>
        </p:nvCxnSpPr>
        <p:spPr>
          <a:xfrm>
            <a:off x="2172656" y="2246453"/>
            <a:ext cx="0" cy="462548"/>
          </a:xfrm>
          <a:prstGeom prst="straightConnector1">
            <a:avLst/>
          </a:prstGeom>
          <a:ln w="76200">
            <a:solidFill>
              <a:srgbClr val="00B0F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800AA6FA-7BE8-2C35-C1E8-2E35559284E2}"/>
              </a:ext>
            </a:extLst>
          </p:cNvPr>
          <p:cNvCxnSpPr>
            <a:cxnSpLocks/>
          </p:cNvCxnSpPr>
          <p:nvPr/>
        </p:nvCxnSpPr>
        <p:spPr>
          <a:xfrm>
            <a:off x="2870909" y="2246453"/>
            <a:ext cx="0" cy="462548"/>
          </a:xfrm>
          <a:prstGeom prst="straightConnector1">
            <a:avLst/>
          </a:prstGeom>
          <a:ln w="76200">
            <a:solidFill>
              <a:srgbClr val="00B0F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95C158C2-F4C7-5531-C6C2-F3870B3F72D7}"/>
              </a:ext>
            </a:extLst>
          </p:cNvPr>
          <p:cNvCxnSpPr>
            <a:cxnSpLocks/>
          </p:cNvCxnSpPr>
          <p:nvPr/>
        </p:nvCxnSpPr>
        <p:spPr>
          <a:xfrm>
            <a:off x="3569162" y="2246453"/>
            <a:ext cx="0" cy="462548"/>
          </a:xfrm>
          <a:prstGeom prst="straightConnector1">
            <a:avLst/>
          </a:prstGeom>
          <a:ln w="76200">
            <a:solidFill>
              <a:srgbClr val="00B0F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D9F7E30F-8981-5061-4B19-EB3148572C83}"/>
              </a:ext>
            </a:extLst>
          </p:cNvPr>
          <p:cNvCxnSpPr>
            <a:cxnSpLocks/>
          </p:cNvCxnSpPr>
          <p:nvPr/>
        </p:nvCxnSpPr>
        <p:spPr>
          <a:xfrm>
            <a:off x="4267415" y="2246453"/>
            <a:ext cx="0" cy="462548"/>
          </a:xfrm>
          <a:prstGeom prst="straightConnector1">
            <a:avLst/>
          </a:prstGeom>
          <a:ln w="76200">
            <a:solidFill>
              <a:srgbClr val="00B0F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CB5015ED-7D87-F6B2-AF72-AD0EFEE37079}"/>
              </a:ext>
            </a:extLst>
          </p:cNvPr>
          <p:cNvCxnSpPr>
            <a:cxnSpLocks/>
          </p:cNvCxnSpPr>
          <p:nvPr/>
        </p:nvCxnSpPr>
        <p:spPr>
          <a:xfrm>
            <a:off x="4965668" y="2246453"/>
            <a:ext cx="0" cy="462548"/>
          </a:xfrm>
          <a:prstGeom prst="straightConnector1">
            <a:avLst/>
          </a:prstGeom>
          <a:ln w="76200">
            <a:solidFill>
              <a:srgbClr val="00B0F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38C740A9-FC92-06C4-25E4-0632DC4EEF37}"/>
              </a:ext>
            </a:extLst>
          </p:cNvPr>
          <p:cNvCxnSpPr>
            <a:cxnSpLocks/>
          </p:cNvCxnSpPr>
          <p:nvPr/>
        </p:nvCxnSpPr>
        <p:spPr>
          <a:xfrm>
            <a:off x="5663921" y="2246453"/>
            <a:ext cx="0" cy="462548"/>
          </a:xfrm>
          <a:prstGeom prst="straightConnector1">
            <a:avLst/>
          </a:prstGeom>
          <a:ln w="76200">
            <a:solidFill>
              <a:srgbClr val="00B0F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139C0BF5-120D-B485-D8DE-8814F5189393}"/>
              </a:ext>
            </a:extLst>
          </p:cNvPr>
          <p:cNvCxnSpPr>
            <a:cxnSpLocks/>
          </p:cNvCxnSpPr>
          <p:nvPr/>
        </p:nvCxnSpPr>
        <p:spPr>
          <a:xfrm>
            <a:off x="6362177" y="2246453"/>
            <a:ext cx="0" cy="462548"/>
          </a:xfrm>
          <a:prstGeom prst="straightConnector1">
            <a:avLst/>
          </a:prstGeom>
          <a:ln w="76200">
            <a:solidFill>
              <a:srgbClr val="00B0F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DB996737-C737-26AC-55A1-1B290CDDF2E5}"/>
              </a:ext>
            </a:extLst>
          </p:cNvPr>
          <p:cNvCxnSpPr/>
          <p:nvPr/>
        </p:nvCxnSpPr>
        <p:spPr>
          <a:xfrm>
            <a:off x="7341803" y="2246453"/>
            <a:ext cx="0" cy="462548"/>
          </a:xfrm>
          <a:prstGeom prst="straightConnector1">
            <a:avLst/>
          </a:prstGeom>
          <a:ln w="76200">
            <a:solidFill>
              <a:srgbClr val="00B0F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TextBox 26">
            <a:extLst>
              <a:ext uri="{FF2B5EF4-FFF2-40B4-BE49-F238E27FC236}">
                <a16:creationId xmlns:a16="http://schemas.microsoft.com/office/drawing/2014/main" id="{55A3E453-F0B4-3D0E-601C-5B3A57611A0F}"/>
              </a:ext>
            </a:extLst>
          </p:cNvPr>
          <p:cNvSpPr txBox="1"/>
          <p:nvPr/>
        </p:nvSpPr>
        <p:spPr>
          <a:xfrm>
            <a:off x="6643724" y="2069340"/>
            <a:ext cx="56297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dirty="0"/>
              <a:t>…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8E7353B8-A1B0-1799-51B7-EC9F99323972}"/>
              </a:ext>
            </a:extLst>
          </p:cNvPr>
          <p:cNvSpPr/>
          <p:nvPr/>
        </p:nvSpPr>
        <p:spPr>
          <a:xfrm>
            <a:off x="916427" y="3275260"/>
            <a:ext cx="6928922" cy="92415"/>
          </a:xfrm>
          <a:prstGeom prst="rect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0986C16E-A9B6-89B6-BA6D-6CDF5EC09DFF}"/>
              </a:ext>
            </a:extLst>
          </p:cNvPr>
          <p:cNvCxnSpPr>
            <a:cxnSpLocks/>
          </p:cNvCxnSpPr>
          <p:nvPr/>
        </p:nvCxnSpPr>
        <p:spPr>
          <a:xfrm>
            <a:off x="4380888" y="2812712"/>
            <a:ext cx="0" cy="462548"/>
          </a:xfrm>
          <a:prstGeom prst="straightConnector1">
            <a:avLst/>
          </a:prstGeom>
          <a:ln w="76200">
            <a:solidFill>
              <a:srgbClr val="00B0F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Rectangle 29">
            <a:extLst>
              <a:ext uri="{FF2B5EF4-FFF2-40B4-BE49-F238E27FC236}">
                <a16:creationId xmlns:a16="http://schemas.microsoft.com/office/drawing/2014/main" id="{9953D40B-EDB5-295A-301B-0474D06BFF38}"/>
              </a:ext>
            </a:extLst>
          </p:cNvPr>
          <p:cNvSpPr/>
          <p:nvPr/>
        </p:nvSpPr>
        <p:spPr>
          <a:xfrm>
            <a:off x="916427" y="3841314"/>
            <a:ext cx="6928922" cy="92415"/>
          </a:xfrm>
          <a:prstGeom prst="rect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C4830C18-BB78-8AE5-0F43-C12C32121D21}"/>
              </a:ext>
            </a:extLst>
          </p:cNvPr>
          <p:cNvCxnSpPr>
            <a:cxnSpLocks/>
          </p:cNvCxnSpPr>
          <p:nvPr/>
        </p:nvCxnSpPr>
        <p:spPr>
          <a:xfrm>
            <a:off x="1474403" y="3378561"/>
            <a:ext cx="0" cy="462548"/>
          </a:xfrm>
          <a:prstGeom prst="straightConnector1">
            <a:avLst/>
          </a:prstGeom>
          <a:ln w="76200">
            <a:solidFill>
              <a:srgbClr val="00B0F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6F624FE5-D90F-49D8-52B5-1F2B4DE6EC11}"/>
              </a:ext>
            </a:extLst>
          </p:cNvPr>
          <p:cNvCxnSpPr>
            <a:cxnSpLocks/>
          </p:cNvCxnSpPr>
          <p:nvPr/>
        </p:nvCxnSpPr>
        <p:spPr>
          <a:xfrm>
            <a:off x="3342101" y="3378561"/>
            <a:ext cx="0" cy="462548"/>
          </a:xfrm>
          <a:prstGeom prst="straightConnector1">
            <a:avLst/>
          </a:prstGeom>
          <a:ln w="76200">
            <a:solidFill>
              <a:srgbClr val="00B0F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Straight Arrow Connector 36">
            <a:extLst>
              <a:ext uri="{FF2B5EF4-FFF2-40B4-BE49-F238E27FC236}">
                <a16:creationId xmlns:a16="http://schemas.microsoft.com/office/drawing/2014/main" id="{ED215AEE-C819-6081-A145-A06059A4759F}"/>
              </a:ext>
            </a:extLst>
          </p:cNvPr>
          <p:cNvCxnSpPr>
            <a:cxnSpLocks/>
          </p:cNvCxnSpPr>
          <p:nvPr/>
        </p:nvCxnSpPr>
        <p:spPr>
          <a:xfrm>
            <a:off x="5209799" y="3378561"/>
            <a:ext cx="0" cy="462548"/>
          </a:xfrm>
          <a:prstGeom prst="straightConnector1">
            <a:avLst/>
          </a:prstGeom>
          <a:ln w="76200">
            <a:solidFill>
              <a:srgbClr val="00B0F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07C0B904-E435-E64C-C535-6FD31BDC1728}"/>
              </a:ext>
            </a:extLst>
          </p:cNvPr>
          <p:cNvCxnSpPr>
            <a:cxnSpLocks/>
          </p:cNvCxnSpPr>
          <p:nvPr/>
        </p:nvCxnSpPr>
        <p:spPr>
          <a:xfrm>
            <a:off x="7077496" y="3378561"/>
            <a:ext cx="0" cy="462548"/>
          </a:xfrm>
          <a:prstGeom prst="straightConnector1">
            <a:avLst/>
          </a:prstGeom>
          <a:ln w="76200">
            <a:solidFill>
              <a:srgbClr val="00B0F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Rectangle 41">
            <a:extLst>
              <a:ext uri="{FF2B5EF4-FFF2-40B4-BE49-F238E27FC236}">
                <a16:creationId xmlns:a16="http://schemas.microsoft.com/office/drawing/2014/main" id="{45D3CD7A-75BB-2F4E-3327-5580919E3080}"/>
              </a:ext>
            </a:extLst>
          </p:cNvPr>
          <p:cNvSpPr/>
          <p:nvPr/>
        </p:nvSpPr>
        <p:spPr>
          <a:xfrm>
            <a:off x="916427" y="4415864"/>
            <a:ext cx="6928922" cy="92415"/>
          </a:xfrm>
          <a:prstGeom prst="rect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43" name="Straight Arrow Connector 42">
            <a:extLst>
              <a:ext uri="{FF2B5EF4-FFF2-40B4-BE49-F238E27FC236}">
                <a16:creationId xmlns:a16="http://schemas.microsoft.com/office/drawing/2014/main" id="{CB3B0217-FF33-E430-05CF-3F541394BCA5}"/>
              </a:ext>
            </a:extLst>
          </p:cNvPr>
          <p:cNvCxnSpPr>
            <a:cxnSpLocks/>
          </p:cNvCxnSpPr>
          <p:nvPr/>
        </p:nvCxnSpPr>
        <p:spPr>
          <a:xfrm>
            <a:off x="4380888" y="3953316"/>
            <a:ext cx="0" cy="462548"/>
          </a:xfrm>
          <a:prstGeom prst="straightConnector1">
            <a:avLst/>
          </a:prstGeom>
          <a:ln w="76200">
            <a:solidFill>
              <a:srgbClr val="00B0F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4" name="Rectangle 43">
            <a:extLst>
              <a:ext uri="{FF2B5EF4-FFF2-40B4-BE49-F238E27FC236}">
                <a16:creationId xmlns:a16="http://schemas.microsoft.com/office/drawing/2014/main" id="{81223562-36B9-F85F-87E5-6176E6378E3F}"/>
              </a:ext>
            </a:extLst>
          </p:cNvPr>
          <p:cNvSpPr/>
          <p:nvPr/>
        </p:nvSpPr>
        <p:spPr>
          <a:xfrm>
            <a:off x="916427" y="4981918"/>
            <a:ext cx="6928922" cy="92415"/>
          </a:xfrm>
          <a:prstGeom prst="rect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45" name="Straight Arrow Connector 44">
            <a:extLst>
              <a:ext uri="{FF2B5EF4-FFF2-40B4-BE49-F238E27FC236}">
                <a16:creationId xmlns:a16="http://schemas.microsoft.com/office/drawing/2014/main" id="{9FD7CE9F-21E1-AC76-BFC4-94DDBF08332E}"/>
              </a:ext>
            </a:extLst>
          </p:cNvPr>
          <p:cNvCxnSpPr>
            <a:cxnSpLocks/>
          </p:cNvCxnSpPr>
          <p:nvPr/>
        </p:nvCxnSpPr>
        <p:spPr>
          <a:xfrm>
            <a:off x="1474403" y="4519165"/>
            <a:ext cx="0" cy="462548"/>
          </a:xfrm>
          <a:prstGeom prst="straightConnector1">
            <a:avLst/>
          </a:prstGeom>
          <a:ln w="76200">
            <a:solidFill>
              <a:srgbClr val="00B0F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Straight Arrow Connector 45">
            <a:extLst>
              <a:ext uri="{FF2B5EF4-FFF2-40B4-BE49-F238E27FC236}">
                <a16:creationId xmlns:a16="http://schemas.microsoft.com/office/drawing/2014/main" id="{55DA1AAC-DCEB-FC02-083A-3DE759ABF776}"/>
              </a:ext>
            </a:extLst>
          </p:cNvPr>
          <p:cNvCxnSpPr>
            <a:cxnSpLocks/>
          </p:cNvCxnSpPr>
          <p:nvPr/>
        </p:nvCxnSpPr>
        <p:spPr>
          <a:xfrm>
            <a:off x="2172656" y="4519165"/>
            <a:ext cx="0" cy="462548"/>
          </a:xfrm>
          <a:prstGeom prst="straightConnector1">
            <a:avLst/>
          </a:prstGeom>
          <a:ln w="76200">
            <a:solidFill>
              <a:srgbClr val="00B0F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Straight Arrow Connector 46">
            <a:extLst>
              <a:ext uri="{FF2B5EF4-FFF2-40B4-BE49-F238E27FC236}">
                <a16:creationId xmlns:a16="http://schemas.microsoft.com/office/drawing/2014/main" id="{ABCE7567-33E7-8DAC-2A12-5D626C6D24CA}"/>
              </a:ext>
            </a:extLst>
          </p:cNvPr>
          <p:cNvCxnSpPr>
            <a:cxnSpLocks/>
          </p:cNvCxnSpPr>
          <p:nvPr/>
        </p:nvCxnSpPr>
        <p:spPr>
          <a:xfrm>
            <a:off x="2870909" y="4519165"/>
            <a:ext cx="0" cy="462548"/>
          </a:xfrm>
          <a:prstGeom prst="straightConnector1">
            <a:avLst/>
          </a:prstGeom>
          <a:ln w="76200">
            <a:solidFill>
              <a:srgbClr val="00B0F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Straight Arrow Connector 47">
            <a:extLst>
              <a:ext uri="{FF2B5EF4-FFF2-40B4-BE49-F238E27FC236}">
                <a16:creationId xmlns:a16="http://schemas.microsoft.com/office/drawing/2014/main" id="{1EF77D4D-CBB8-BB06-8B15-3688C4FD563E}"/>
              </a:ext>
            </a:extLst>
          </p:cNvPr>
          <p:cNvCxnSpPr>
            <a:cxnSpLocks/>
          </p:cNvCxnSpPr>
          <p:nvPr/>
        </p:nvCxnSpPr>
        <p:spPr>
          <a:xfrm>
            <a:off x="3569162" y="4519165"/>
            <a:ext cx="0" cy="462548"/>
          </a:xfrm>
          <a:prstGeom prst="straightConnector1">
            <a:avLst/>
          </a:prstGeom>
          <a:ln w="76200">
            <a:solidFill>
              <a:srgbClr val="00B0F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Straight Arrow Connector 48">
            <a:extLst>
              <a:ext uri="{FF2B5EF4-FFF2-40B4-BE49-F238E27FC236}">
                <a16:creationId xmlns:a16="http://schemas.microsoft.com/office/drawing/2014/main" id="{24D9946E-9253-F3AB-4BA2-7F57370263FF}"/>
              </a:ext>
            </a:extLst>
          </p:cNvPr>
          <p:cNvCxnSpPr>
            <a:cxnSpLocks/>
          </p:cNvCxnSpPr>
          <p:nvPr/>
        </p:nvCxnSpPr>
        <p:spPr>
          <a:xfrm>
            <a:off x="4267415" y="4519165"/>
            <a:ext cx="0" cy="462548"/>
          </a:xfrm>
          <a:prstGeom prst="straightConnector1">
            <a:avLst/>
          </a:prstGeom>
          <a:ln w="76200">
            <a:solidFill>
              <a:srgbClr val="00B0F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Straight Arrow Connector 49">
            <a:extLst>
              <a:ext uri="{FF2B5EF4-FFF2-40B4-BE49-F238E27FC236}">
                <a16:creationId xmlns:a16="http://schemas.microsoft.com/office/drawing/2014/main" id="{E68D9C0C-F9FF-0FBE-6E21-F629EFD331EC}"/>
              </a:ext>
            </a:extLst>
          </p:cNvPr>
          <p:cNvCxnSpPr>
            <a:cxnSpLocks/>
          </p:cNvCxnSpPr>
          <p:nvPr/>
        </p:nvCxnSpPr>
        <p:spPr>
          <a:xfrm>
            <a:off x="4965668" y="4519165"/>
            <a:ext cx="0" cy="462548"/>
          </a:xfrm>
          <a:prstGeom prst="straightConnector1">
            <a:avLst/>
          </a:prstGeom>
          <a:ln w="76200">
            <a:solidFill>
              <a:srgbClr val="00B0F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Straight Arrow Connector 50">
            <a:extLst>
              <a:ext uri="{FF2B5EF4-FFF2-40B4-BE49-F238E27FC236}">
                <a16:creationId xmlns:a16="http://schemas.microsoft.com/office/drawing/2014/main" id="{F45538CC-D09A-DB7D-2A0D-411D5C1FD9E6}"/>
              </a:ext>
            </a:extLst>
          </p:cNvPr>
          <p:cNvCxnSpPr>
            <a:cxnSpLocks/>
          </p:cNvCxnSpPr>
          <p:nvPr/>
        </p:nvCxnSpPr>
        <p:spPr>
          <a:xfrm>
            <a:off x="5663921" y="4519165"/>
            <a:ext cx="0" cy="462548"/>
          </a:xfrm>
          <a:prstGeom prst="straightConnector1">
            <a:avLst/>
          </a:prstGeom>
          <a:ln w="76200">
            <a:solidFill>
              <a:srgbClr val="00B0F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Straight Arrow Connector 51">
            <a:extLst>
              <a:ext uri="{FF2B5EF4-FFF2-40B4-BE49-F238E27FC236}">
                <a16:creationId xmlns:a16="http://schemas.microsoft.com/office/drawing/2014/main" id="{3EE24397-320D-00F2-803F-C67EE7580A0F}"/>
              </a:ext>
            </a:extLst>
          </p:cNvPr>
          <p:cNvCxnSpPr>
            <a:cxnSpLocks/>
          </p:cNvCxnSpPr>
          <p:nvPr/>
        </p:nvCxnSpPr>
        <p:spPr>
          <a:xfrm>
            <a:off x="6362177" y="4519165"/>
            <a:ext cx="0" cy="462548"/>
          </a:xfrm>
          <a:prstGeom prst="straightConnector1">
            <a:avLst/>
          </a:prstGeom>
          <a:ln w="76200">
            <a:solidFill>
              <a:srgbClr val="00B0F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Straight Arrow Connector 52">
            <a:extLst>
              <a:ext uri="{FF2B5EF4-FFF2-40B4-BE49-F238E27FC236}">
                <a16:creationId xmlns:a16="http://schemas.microsoft.com/office/drawing/2014/main" id="{0FF51725-21E7-51FC-DA6A-DE81A674AD06}"/>
              </a:ext>
            </a:extLst>
          </p:cNvPr>
          <p:cNvCxnSpPr/>
          <p:nvPr/>
        </p:nvCxnSpPr>
        <p:spPr>
          <a:xfrm>
            <a:off x="7341803" y="4519165"/>
            <a:ext cx="0" cy="462548"/>
          </a:xfrm>
          <a:prstGeom prst="straightConnector1">
            <a:avLst/>
          </a:prstGeom>
          <a:ln w="76200">
            <a:solidFill>
              <a:srgbClr val="00B0F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4" name="TextBox 53">
            <a:extLst>
              <a:ext uri="{FF2B5EF4-FFF2-40B4-BE49-F238E27FC236}">
                <a16:creationId xmlns:a16="http://schemas.microsoft.com/office/drawing/2014/main" id="{DD2C7F55-86FC-0745-332C-BA5F50672E90}"/>
              </a:ext>
            </a:extLst>
          </p:cNvPr>
          <p:cNvSpPr txBox="1"/>
          <p:nvPr/>
        </p:nvSpPr>
        <p:spPr>
          <a:xfrm>
            <a:off x="6643724" y="4342052"/>
            <a:ext cx="56297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dirty="0"/>
              <a:t>…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495DAE5A-CAE0-E32B-555E-1EC4CED0F2E6}"/>
              </a:ext>
            </a:extLst>
          </p:cNvPr>
          <p:cNvSpPr txBox="1"/>
          <p:nvPr/>
        </p:nvSpPr>
        <p:spPr>
          <a:xfrm>
            <a:off x="8604689" y="2271045"/>
            <a:ext cx="34193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i="1" dirty="0"/>
              <a:t>for</a:t>
            </a:r>
            <a:r>
              <a:rPr lang="en-US" dirty="0"/>
              <a:t> loop; independent iterations.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EA16FD15-EFE3-B0AB-21B8-475BC2EFDDC4}"/>
              </a:ext>
            </a:extLst>
          </p:cNvPr>
          <p:cNvSpPr txBox="1"/>
          <p:nvPr/>
        </p:nvSpPr>
        <p:spPr>
          <a:xfrm>
            <a:off x="8604689" y="2847536"/>
            <a:ext cx="148816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function call.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09612AF0-A51D-97F9-9CF9-EE2914A292CC}"/>
              </a:ext>
            </a:extLst>
          </p:cNvPr>
          <p:cNvSpPr txBox="1"/>
          <p:nvPr/>
        </p:nvSpPr>
        <p:spPr>
          <a:xfrm>
            <a:off x="8604689" y="3424027"/>
            <a:ext cx="34193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i="1" dirty="0"/>
              <a:t>for</a:t>
            </a:r>
            <a:r>
              <a:rPr lang="en-US" dirty="0"/>
              <a:t> loop; independent iterations.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A2543673-F3A7-25F3-B69D-44C0F0EC65F3}"/>
              </a:ext>
            </a:extLst>
          </p:cNvPr>
          <p:cNvSpPr txBox="1"/>
          <p:nvPr/>
        </p:nvSpPr>
        <p:spPr>
          <a:xfrm>
            <a:off x="8604689" y="4000518"/>
            <a:ext cx="32446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i="1" dirty="0"/>
              <a:t>if</a:t>
            </a:r>
            <a:r>
              <a:rPr lang="en-US" dirty="0"/>
              <a:t> statement to alter code path.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95F9C0B3-BE45-F6F0-0B11-D02A3C470D28}"/>
              </a:ext>
            </a:extLst>
          </p:cNvPr>
          <p:cNvSpPr txBox="1"/>
          <p:nvPr/>
        </p:nvSpPr>
        <p:spPr>
          <a:xfrm>
            <a:off x="8604689" y="4577009"/>
            <a:ext cx="34193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i="1" dirty="0"/>
              <a:t>for</a:t>
            </a:r>
            <a:r>
              <a:rPr lang="en-US" dirty="0"/>
              <a:t> loop; independent iterations.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D3DA05F2-1504-6C0D-400E-99FD0A035B7A}"/>
              </a:ext>
            </a:extLst>
          </p:cNvPr>
          <p:cNvSpPr txBox="1"/>
          <p:nvPr/>
        </p:nvSpPr>
        <p:spPr>
          <a:xfrm>
            <a:off x="8604689" y="5153501"/>
            <a:ext cx="308917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clean up and terminate code.</a:t>
            </a:r>
          </a:p>
        </p:txBody>
      </p:sp>
      <p:sp>
        <p:nvSpPr>
          <p:cNvPr id="61" name="Rectangle 60">
            <a:extLst>
              <a:ext uri="{FF2B5EF4-FFF2-40B4-BE49-F238E27FC236}">
                <a16:creationId xmlns:a16="http://schemas.microsoft.com/office/drawing/2014/main" id="{6A901413-0AA6-0F2E-F5E7-50EB8C0EEB4B}"/>
              </a:ext>
            </a:extLst>
          </p:cNvPr>
          <p:cNvSpPr/>
          <p:nvPr/>
        </p:nvSpPr>
        <p:spPr>
          <a:xfrm>
            <a:off x="916428" y="5547980"/>
            <a:ext cx="6928922" cy="92415"/>
          </a:xfrm>
          <a:prstGeom prst="rect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62" name="Straight Arrow Connector 61">
            <a:extLst>
              <a:ext uri="{FF2B5EF4-FFF2-40B4-BE49-F238E27FC236}">
                <a16:creationId xmlns:a16="http://schemas.microsoft.com/office/drawing/2014/main" id="{ECD1D785-59C2-9B4E-EF23-DD585F2A1A74}"/>
              </a:ext>
            </a:extLst>
          </p:cNvPr>
          <p:cNvCxnSpPr>
            <a:cxnSpLocks/>
          </p:cNvCxnSpPr>
          <p:nvPr/>
        </p:nvCxnSpPr>
        <p:spPr>
          <a:xfrm>
            <a:off x="4380889" y="5085432"/>
            <a:ext cx="0" cy="462548"/>
          </a:xfrm>
          <a:prstGeom prst="straightConnector1">
            <a:avLst/>
          </a:prstGeom>
          <a:ln w="76200">
            <a:solidFill>
              <a:srgbClr val="00B0F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3" name="TextBox 62">
            <a:extLst>
              <a:ext uri="{FF2B5EF4-FFF2-40B4-BE49-F238E27FC236}">
                <a16:creationId xmlns:a16="http://schemas.microsoft.com/office/drawing/2014/main" id="{24FE4E8D-16ED-5967-0509-4E7DAD995FC8}"/>
              </a:ext>
            </a:extLst>
          </p:cNvPr>
          <p:cNvSpPr txBox="1"/>
          <p:nvPr/>
        </p:nvSpPr>
        <p:spPr>
          <a:xfrm>
            <a:off x="7500257" y="1106054"/>
            <a:ext cx="84510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barrier</a:t>
            </a:r>
          </a:p>
        </p:txBody>
      </p:sp>
      <p:cxnSp>
        <p:nvCxnSpPr>
          <p:cNvPr id="65" name="Curved Connector 64">
            <a:extLst>
              <a:ext uri="{FF2B5EF4-FFF2-40B4-BE49-F238E27FC236}">
                <a16:creationId xmlns:a16="http://schemas.microsoft.com/office/drawing/2014/main" id="{06CE7924-18E7-BB07-29CC-95AD9FCCFE68}"/>
              </a:ext>
            </a:extLst>
          </p:cNvPr>
          <p:cNvCxnSpPr>
            <a:stCxn id="63" idx="3"/>
            <a:endCxn id="22" idx="3"/>
          </p:cNvCxnSpPr>
          <p:nvPr/>
        </p:nvCxnSpPr>
        <p:spPr>
          <a:xfrm flipH="1">
            <a:off x="7845349" y="1290720"/>
            <a:ext cx="500011" cy="343677"/>
          </a:xfrm>
          <a:prstGeom prst="curvedConnector3">
            <a:avLst>
              <a:gd name="adj1" fmla="val -45719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6" name="Left Brace 65">
            <a:extLst>
              <a:ext uri="{FF2B5EF4-FFF2-40B4-BE49-F238E27FC236}">
                <a16:creationId xmlns:a16="http://schemas.microsoft.com/office/drawing/2014/main" id="{4ACD75B8-1453-F252-8918-BBBFEF6A4F60}"/>
              </a:ext>
            </a:extLst>
          </p:cNvPr>
          <p:cNvSpPr/>
          <p:nvPr/>
        </p:nvSpPr>
        <p:spPr>
          <a:xfrm>
            <a:off x="757568" y="2189359"/>
            <a:ext cx="99998" cy="526312"/>
          </a:xfrm>
          <a:prstGeom prst="leftBrac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7" name="Left Brace 66">
            <a:extLst>
              <a:ext uri="{FF2B5EF4-FFF2-40B4-BE49-F238E27FC236}">
                <a16:creationId xmlns:a16="http://schemas.microsoft.com/office/drawing/2014/main" id="{B1303425-464A-D64F-CBA0-11831A1E5CB7}"/>
              </a:ext>
            </a:extLst>
          </p:cNvPr>
          <p:cNvSpPr/>
          <p:nvPr/>
        </p:nvSpPr>
        <p:spPr>
          <a:xfrm>
            <a:off x="757568" y="3345537"/>
            <a:ext cx="99998" cy="526312"/>
          </a:xfrm>
          <a:prstGeom prst="leftBrac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8" name="Left Brace 67">
            <a:extLst>
              <a:ext uri="{FF2B5EF4-FFF2-40B4-BE49-F238E27FC236}">
                <a16:creationId xmlns:a16="http://schemas.microsoft.com/office/drawing/2014/main" id="{7026EBCF-2B85-40BF-6704-0DC666A3C56F}"/>
              </a:ext>
            </a:extLst>
          </p:cNvPr>
          <p:cNvSpPr/>
          <p:nvPr/>
        </p:nvSpPr>
        <p:spPr>
          <a:xfrm>
            <a:off x="757568" y="4472321"/>
            <a:ext cx="99998" cy="526312"/>
          </a:xfrm>
          <a:prstGeom prst="leftBrac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E734B0A1-9E75-9DF4-FA39-D4104F0898BB}"/>
              </a:ext>
            </a:extLst>
          </p:cNvPr>
          <p:cNvSpPr txBox="1"/>
          <p:nvPr/>
        </p:nvSpPr>
        <p:spPr>
          <a:xfrm>
            <a:off x="-8607" y="2201051"/>
            <a:ext cx="108251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OpenMP section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98DC247E-2069-D75B-4591-6FEFD3FBF860}"/>
              </a:ext>
            </a:extLst>
          </p:cNvPr>
          <p:cNvSpPr txBox="1"/>
          <p:nvPr/>
        </p:nvSpPr>
        <p:spPr>
          <a:xfrm>
            <a:off x="-8607" y="3300565"/>
            <a:ext cx="108251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OpenMP section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424A86B5-524B-8863-489B-350A3EF68485}"/>
              </a:ext>
            </a:extLst>
          </p:cNvPr>
          <p:cNvSpPr txBox="1"/>
          <p:nvPr/>
        </p:nvSpPr>
        <p:spPr>
          <a:xfrm>
            <a:off x="-8607" y="4453581"/>
            <a:ext cx="108251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OpenMP section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E1D7BBD3-60F6-4E79-7FCB-FF4B595525C0}"/>
              </a:ext>
            </a:extLst>
          </p:cNvPr>
          <p:cNvSpPr txBox="1"/>
          <p:nvPr/>
        </p:nvSpPr>
        <p:spPr>
          <a:xfrm>
            <a:off x="1597097" y="1029340"/>
            <a:ext cx="84510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thread</a:t>
            </a:r>
          </a:p>
        </p:txBody>
      </p:sp>
      <p:cxnSp>
        <p:nvCxnSpPr>
          <p:cNvPr id="73" name="Curved Connector 72">
            <a:extLst>
              <a:ext uri="{FF2B5EF4-FFF2-40B4-BE49-F238E27FC236}">
                <a16:creationId xmlns:a16="http://schemas.microsoft.com/office/drawing/2014/main" id="{6F72FA38-5A9B-0CF1-3E3F-CCDD58AE14C3}"/>
              </a:ext>
            </a:extLst>
          </p:cNvPr>
          <p:cNvCxnSpPr>
            <a:cxnSpLocks/>
            <a:stCxn id="72" idx="3"/>
          </p:cNvCxnSpPr>
          <p:nvPr/>
        </p:nvCxnSpPr>
        <p:spPr>
          <a:xfrm>
            <a:off x="2442200" y="1214006"/>
            <a:ext cx="1904452" cy="624124"/>
          </a:xfrm>
          <a:prstGeom prst="curvedConnector3">
            <a:avLst>
              <a:gd name="adj1" fmla="val 50000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Oval 1">
            <a:extLst>
              <a:ext uri="{FF2B5EF4-FFF2-40B4-BE49-F238E27FC236}">
                <a16:creationId xmlns:a16="http://schemas.microsoft.com/office/drawing/2014/main" id="{89BC2452-F37F-2D39-52E4-4FB3103D5FB9}"/>
              </a:ext>
            </a:extLst>
          </p:cNvPr>
          <p:cNvSpPr/>
          <p:nvPr/>
        </p:nvSpPr>
        <p:spPr>
          <a:xfrm>
            <a:off x="3784991" y="1222041"/>
            <a:ext cx="1188638" cy="295710"/>
          </a:xfrm>
          <a:prstGeom prst="ellipse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start</a:t>
            </a:r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4EDE2122-E950-836B-6FD3-C574C0AD4696}"/>
              </a:ext>
            </a:extLst>
          </p:cNvPr>
          <p:cNvSpPr/>
          <p:nvPr/>
        </p:nvSpPr>
        <p:spPr>
          <a:xfrm>
            <a:off x="3777030" y="5716392"/>
            <a:ext cx="1188638" cy="295710"/>
          </a:xfrm>
          <a:prstGeom prst="ellipse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end</a:t>
            </a:r>
          </a:p>
        </p:txBody>
      </p: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7842815E-BAC1-868D-322D-1947377D9DEC}"/>
              </a:ext>
            </a:extLst>
          </p:cNvPr>
          <p:cNvCxnSpPr/>
          <p:nvPr/>
        </p:nvCxnSpPr>
        <p:spPr>
          <a:xfrm>
            <a:off x="8251372" y="1497826"/>
            <a:ext cx="0" cy="4369571"/>
          </a:xfrm>
          <a:prstGeom prst="straightConnector1">
            <a:avLst/>
          </a:prstGeom>
          <a:ln w="7620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7DB4B130-6936-6B99-6B60-5BF6CAD55224}"/>
              </a:ext>
            </a:extLst>
          </p:cNvPr>
          <p:cNvSpPr txBox="1"/>
          <p:nvPr/>
        </p:nvSpPr>
        <p:spPr>
          <a:xfrm>
            <a:off x="7955466" y="5943601"/>
            <a:ext cx="66075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i="1" dirty="0">
                <a:solidFill>
                  <a:schemeClr val="accent3">
                    <a:lumMod val="75000"/>
                  </a:schemeClr>
                </a:solidFill>
              </a:rPr>
              <a:t>time</a:t>
            </a:r>
          </a:p>
        </p:txBody>
      </p:sp>
    </p:spTree>
    <p:extLst>
      <p:ext uri="{BB962C8B-B14F-4D97-AF65-F5344CB8AC3E}">
        <p14:creationId xmlns:p14="http://schemas.microsoft.com/office/powerpoint/2010/main" val="75371476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56</TotalTime>
  <Words>59</Words>
  <Application>Microsoft Macintosh PowerPoint</Application>
  <PresentationFormat>Widescreen</PresentationFormat>
  <Paragraphs>20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Kuhlman, Chris</dc:creator>
  <cp:lastModifiedBy>Kuhlman, Chris</cp:lastModifiedBy>
  <cp:revision>10</cp:revision>
  <dcterms:created xsi:type="dcterms:W3CDTF">2025-02-25T19:42:40Z</dcterms:created>
  <dcterms:modified xsi:type="dcterms:W3CDTF">2025-07-14T20:51:53Z</dcterms:modified>
</cp:coreProperties>
</file>
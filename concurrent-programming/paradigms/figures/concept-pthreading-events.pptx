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2C833-29B7-1ECD-B02F-F1B5B01510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3A8D62-1A3C-17ED-088F-FBF0192890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2D455-AA64-A65F-37AF-82CC86B22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05898-515C-23E4-415C-C6F0BEEF3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18A1-73FC-B42E-4AAB-63AA29625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571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FBE2A-9375-47EB-DD93-86BDA62E4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252DE-92B7-7EB6-F362-C9BD3091A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13E15-D6EF-6D4F-7295-EFCC64FE6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F7E12-8A2A-8166-4B5F-F5E44C168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82BCB-74D1-25A0-59E2-ACDF0ECC5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624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7CBD9-EC30-197B-1FED-680066CCE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0CD62D-15B7-951A-C2CE-72617DA7A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D9A7E-F531-3A4A-BF04-9E0116068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0BC79-112D-BB26-24C8-248581656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920C1-EA69-AB63-EA75-99C1ACBA3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252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05C27-7D9A-B235-06CB-6675CD7A1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90FF5-479F-4BDC-282B-3968DB26DE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73D619-9C30-80A3-9269-28322B2B09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4D18D-F1FC-0CC9-DD9E-A9E5F05F2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7/14/25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67B72-FD04-7F5C-28A1-71A3F53ED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A7D58C-F45E-29A3-3673-D1C4FB7A5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91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5F8C7-5513-9E19-0945-2028A37F7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DBE70-842E-F2F0-0404-AA51E07FF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32696-E64B-138B-8954-29D9BE807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E5B008-162C-1F17-58DF-1F8A3DBD36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B508CF-0653-1EBD-73DD-B6024F28D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11F9EA-4735-C993-87E8-90A8AF206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7/14/25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2CC4EA-3BF5-E26D-9F0E-D549CDF54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3EE6A0-DB9B-94EC-4726-59C79DD05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221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528BE-992C-9DD5-4F96-36CB37AEB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9F2A7A-E434-5034-151F-E67A8C691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7/14/25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7E1306-26E5-27AC-0BEA-29AFDAC5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19642-B147-A5D0-B8C4-F837AC700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67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C34B5D-05E3-3F43-C305-8FF7D826B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7/14/25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61E141-F033-631F-5A69-11F46AED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1BC31-A151-B36C-396F-90D133220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24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85BC4-AAA0-F96A-9A97-FD415CFDC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3E673-6D8E-5608-D608-F64F7B846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D29EC1-DAB4-2762-A396-6F71FA5E4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961FB3-35E8-ADD8-2D0C-433C48520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7/14/25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3D8D3F-6AD8-F987-A620-46D62636B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1B4B7-2142-89BE-B87C-460CA349D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785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5FB73-2405-AF35-4DA3-7F0096FBA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419628-3F9E-FC38-04DB-4A24CE6F03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65173-FBEC-1784-E210-E6C750996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1881C4-EC87-31C0-12ED-D71DFF56C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7/14/25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FEB3AD-5265-3F50-3C2E-1D7E1A28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8A6AB-D61C-3DBB-A85E-D8B34E0C1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554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7E415-E6DB-B151-32FB-014597179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FBF0F-B6B4-986B-99EA-77ABD3A88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D2C84-4F52-8E65-F43C-FA6FDFED5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7A2DF-8B60-FF99-EE04-BA5962997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9D765-B2A0-FD16-77CC-C10C8D3CC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544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D1F155-80BA-97FA-21A9-3F742B61F2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090F2-188D-3AED-DF9B-890944692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967EA-35EE-48D1-A1CE-32D96DD68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64F7B-3B3C-F123-99A8-FD1C44114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13EA8-292B-5484-0DB9-669240D69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896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8F2F27-7F55-4F4F-03F1-5BA406786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607E5-8995-9A03-3201-8CB1EE9D3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89C9C-AFCD-21E9-0CBC-E3B2E882ED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5B8B16-B5C4-4643-A554-73759D41CFBC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9D5A1-67C9-66A8-1221-BFE550C50B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B4739-E89B-AEA7-32DF-695CB003D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80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8575CC-0BDB-0575-1299-A6E78A861F1A}"/>
              </a:ext>
            </a:extLst>
          </p:cNvPr>
          <p:cNvSpPr/>
          <p:nvPr/>
        </p:nvSpPr>
        <p:spPr>
          <a:xfrm>
            <a:off x="2493769" y="2229796"/>
            <a:ext cx="2567792" cy="18288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Process/code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B2E012-3D41-25E1-2A26-3D093E2398B2}"/>
              </a:ext>
            </a:extLst>
          </p:cNvPr>
          <p:cNvSpPr/>
          <p:nvPr/>
        </p:nvSpPr>
        <p:spPr>
          <a:xfrm>
            <a:off x="2803185" y="3174899"/>
            <a:ext cx="940747" cy="730516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3D90B708-2C10-EE61-40AD-255BEBE9CC9F}"/>
              </a:ext>
            </a:extLst>
          </p:cNvPr>
          <p:cNvSpPr/>
          <p:nvPr/>
        </p:nvSpPr>
        <p:spPr>
          <a:xfrm>
            <a:off x="3488347" y="2579335"/>
            <a:ext cx="914400" cy="914400"/>
          </a:xfrm>
          <a:prstGeom prst="arc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3C94B4-8A1A-BF0B-CBB6-E433C629C775}"/>
              </a:ext>
            </a:extLst>
          </p:cNvPr>
          <p:cNvSpPr txBox="1"/>
          <p:nvPr/>
        </p:nvSpPr>
        <p:spPr>
          <a:xfrm>
            <a:off x="2647978" y="2603313"/>
            <a:ext cx="1686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spawn thread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7AB8BE-A126-A1AA-5B88-7AB30A883F7D}"/>
              </a:ext>
            </a:extLst>
          </p:cNvPr>
          <p:cNvSpPr/>
          <p:nvPr/>
        </p:nvSpPr>
        <p:spPr>
          <a:xfrm>
            <a:off x="653074" y="3661404"/>
            <a:ext cx="814126" cy="58673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data’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733F6C-EBD3-39B1-AED7-626C87FD74EF}"/>
              </a:ext>
            </a:extLst>
          </p:cNvPr>
          <p:cNvSpPr txBox="1"/>
          <p:nvPr/>
        </p:nvSpPr>
        <p:spPr>
          <a:xfrm>
            <a:off x="495135" y="3071735"/>
            <a:ext cx="1000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thread</a:t>
            </a:r>
          </a:p>
        </p:txBody>
      </p: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46864125-059E-F0D2-4BE6-BDDBAD65CDDD}"/>
              </a:ext>
            </a:extLst>
          </p:cNvPr>
          <p:cNvCxnSpPr>
            <a:cxnSpLocks/>
            <a:stCxn id="6" idx="0"/>
            <a:endCxn id="3" idx="1"/>
          </p:cNvCxnSpPr>
          <p:nvPr/>
        </p:nvCxnSpPr>
        <p:spPr>
          <a:xfrm rot="5400000" flipH="1" flipV="1">
            <a:off x="1871038" y="2729257"/>
            <a:ext cx="121247" cy="1743048"/>
          </a:xfrm>
          <a:prstGeom prst="bentConnector2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A6BD028-21B6-6646-A0AB-A967A9EA175C}"/>
              </a:ext>
            </a:extLst>
          </p:cNvPr>
          <p:cNvSpPr txBox="1"/>
          <p:nvPr/>
        </p:nvSpPr>
        <p:spPr>
          <a:xfrm>
            <a:off x="5945121" y="1097247"/>
            <a:ext cx="1224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/>
              <a:t>Threading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D3FE2C-DF05-3537-675F-4C95E8C4DDE6}"/>
              </a:ext>
            </a:extLst>
          </p:cNvPr>
          <p:cNvSpPr txBox="1"/>
          <p:nvPr/>
        </p:nvSpPr>
        <p:spPr>
          <a:xfrm>
            <a:off x="2033824" y="4788774"/>
            <a:ext cx="2850820" cy="649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Thread handling events, e.g., incoming data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5D2EDF-5016-F597-55EA-36BFA6217AD2}"/>
              </a:ext>
            </a:extLst>
          </p:cNvPr>
          <p:cNvSpPr/>
          <p:nvPr/>
        </p:nvSpPr>
        <p:spPr>
          <a:xfrm>
            <a:off x="576183" y="4593776"/>
            <a:ext cx="11332788" cy="15115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C863AD-3A1B-1E0E-E144-768FC32E3F6F}"/>
              </a:ext>
            </a:extLst>
          </p:cNvPr>
          <p:cNvSpPr txBox="1"/>
          <p:nvPr/>
        </p:nvSpPr>
        <p:spPr>
          <a:xfrm>
            <a:off x="8419936" y="4763272"/>
            <a:ext cx="1000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network</a:t>
            </a:r>
          </a:p>
        </p:txBody>
      </p:sp>
      <p:sp>
        <p:nvSpPr>
          <p:cNvPr id="25" name="Up Arrow 24">
            <a:extLst>
              <a:ext uri="{FF2B5EF4-FFF2-40B4-BE49-F238E27FC236}">
                <a16:creationId xmlns:a16="http://schemas.microsoft.com/office/drawing/2014/main" id="{36498117-26BE-87E6-F10F-07F874263F9D}"/>
              </a:ext>
            </a:extLst>
          </p:cNvPr>
          <p:cNvSpPr/>
          <p:nvPr/>
        </p:nvSpPr>
        <p:spPr>
          <a:xfrm>
            <a:off x="1017354" y="4310746"/>
            <a:ext cx="64554" cy="28303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FD991B-2C27-5D4A-9D35-DBD8BC4725E4}"/>
              </a:ext>
            </a:extLst>
          </p:cNvPr>
          <p:cNvSpPr/>
          <p:nvPr/>
        </p:nvSpPr>
        <p:spPr>
          <a:xfrm>
            <a:off x="1467200" y="3788229"/>
            <a:ext cx="1026569" cy="1171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Up Arrow 7">
            <a:extLst>
              <a:ext uri="{FF2B5EF4-FFF2-40B4-BE49-F238E27FC236}">
                <a16:creationId xmlns:a16="http://schemas.microsoft.com/office/drawing/2014/main" id="{6F19E938-3AE6-5651-84FF-AC42FCA8C39C}"/>
              </a:ext>
            </a:extLst>
          </p:cNvPr>
          <p:cNvSpPr/>
          <p:nvPr/>
        </p:nvSpPr>
        <p:spPr>
          <a:xfrm flipV="1">
            <a:off x="4533439" y="4088550"/>
            <a:ext cx="64554" cy="48688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9BF476-34EB-9701-394A-973ACC1E3289}"/>
              </a:ext>
            </a:extLst>
          </p:cNvPr>
          <p:cNvSpPr/>
          <p:nvPr/>
        </p:nvSpPr>
        <p:spPr>
          <a:xfrm>
            <a:off x="8698626" y="2211452"/>
            <a:ext cx="2567792" cy="18288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Process/code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03E92C-8373-3CC1-70E7-9F4BB507A352}"/>
              </a:ext>
            </a:extLst>
          </p:cNvPr>
          <p:cNvSpPr/>
          <p:nvPr/>
        </p:nvSpPr>
        <p:spPr>
          <a:xfrm>
            <a:off x="9008042" y="3156555"/>
            <a:ext cx="940747" cy="730516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B5FC4446-EE7B-6F6F-61A6-98C6C9B7C299}"/>
              </a:ext>
            </a:extLst>
          </p:cNvPr>
          <p:cNvSpPr/>
          <p:nvPr/>
        </p:nvSpPr>
        <p:spPr>
          <a:xfrm>
            <a:off x="9693204" y="2560991"/>
            <a:ext cx="914400" cy="914400"/>
          </a:xfrm>
          <a:prstGeom prst="arc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69B74F-BB36-C1DB-4FCC-FFA4CC5C68AB}"/>
              </a:ext>
            </a:extLst>
          </p:cNvPr>
          <p:cNvSpPr txBox="1"/>
          <p:nvPr/>
        </p:nvSpPr>
        <p:spPr>
          <a:xfrm>
            <a:off x="8852835" y="2584969"/>
            <a:ext cx="1686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spawn thread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00F32B-D496-95CA-F1CF-F7F9372986F2}"/>
              </a:ext>
            </a:extLst>
          </p:cNvPr>
          <p:cNvSpPr/>
          <p:nvPr/>
        </p:nvSpPr>
        <p:spPr>
          <a:xfrm>
            <a:off x="6857931" y="3643060"/>
            <a:ext cx="814126" cy="58673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03F14B-F557-265D-412D-785A4F890099}"/>
              </a:ext>
            </a:extLst>
          </p:cNvPr>
          <p:cNvSpPr txBox="1"/>
          <p:nvPr/>
        </p:nvSpPr>
        <p:spPr>
          <a:xfrm>
            <a:off x="6699992" y="3053391"/>
            <a:ext cx="1000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thread</a:t>
            </a:r>
          </a:p>
        </p:txBody>
      </p: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65B04F03-D553-4B54-2310-FF358D17E603}"/>
              </a:ext>
            </a:extLst>
          </p:cNvPr>
          <p:cNvCxnSpPr>
            <a:cxnSpLocks/>
            <a:stCxn id="15" idx="0"/>
            <a:endCxn id="10" idx="1"/>
          </p:cNvCxnSpPr>
          <p:nvPr/>
        </p:nvCxnSpPr>
        <p:spPr>
          <a:xfrm rot="5400000" flipH="1" flipV="1">
            <a:off x="8075895" y="2710913"/>
            <a:ext cx="121247" cy="1743048"/>
          </a:xfrm>
          <a:prstGeom prst="bentConnector2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Up Arrow 17">
            <a:extLst>
              <a:ext uri="{FF2B5EF4-FFF2-40B4-BE49-F238E27FC236}">
                <a16:creationId xmlns:a16="http://schemas.microsoft.com/office/drawing/2014/main" id="{2EC9B7CB-66A4-AEAD-150E-FF7C3B310B3A}"/>
              </a:ext>
            </a:extLst>
          </p:cNvPr>
          <p:cNvSpPr/>
          <p:nvPr/>
        </p:nvSpPr>
        <p:spPr>
          <a:xfrm>
            <a:off x="7222211" y="4292402"/>
            <a:ext cx="64554" cy="28303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FE8EDE-4FDE-2B46-11CB-A1E313EFF344}"/>
              </a:ext>
            </a:extLst>
          </p:cNvPr>
          <p:cNvSpPr/>
          <p:nvPr/>
        </p:nvSpPr>
        <p:spPr>
          <a:xfrm>
            <a:off x="7672057" y="3769885"/>
            <a:ext cx="1026569" cy="1171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Up Arrow 19">
            <a:extLst>
              <a:ext uri="{FF2B5EF4-FFF2-40B4-BE49-F238E27FC236}">
                <a16:creationId xmlns:a16="http://schemas.microsoft.com/office/drawing/2014/main" id="{8387AFC1-5441-665A-3E9F-BF911AE128B3}"/>
              </a:ext>
            </a:extLst>
          </p:cNvPr>
          <p:cNvSpPr/>
          <p:nvPr/>
        </p:nvSpPr>
        <p:spPr>
          <a:xfrm flipV="1">
            <a:off x="10738296" y="4070206"/>
            <a:ext cx="64554" cy="48688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209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30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Kuhlman, Chris</dc:creator>
  <cp:lastModifiedBy>Kuhlman, Chris</cp:lastModifiedBy>
  <cp:revision>8</cp:revision>
  <dcterms:created xsi:type="dcterms:W3CDTF">2025-02-25T19:42:40Z</dcterms:created>
  <dcterms:modified xsi:type="dcterms:W3CDTF">2025-07-14T20:43:34Z</dcterms:modified>
</cp:coreProperties>
</file>
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8575CC-0BDB-0575-1299-A6E78A861F1A}"/>
              </a:ext>
            </a:extLst>
          </p:cNvPr>
          <p:cNvSpPr/>
          <p:nvPr/>
        </p:nvSpPr>
        <p:spPr>
          <a:xfrm>
            <a:off x="4104855" y="2022966"/>
            <a:ext cx="2567792" cy="18288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Process/code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2E012-3D41-25E1-2A26-3D093E2398B2}"/>
              </a:ext>
            </a:extLst>
          </p:cNvPr>
          <p:cNvSpPr/>
          <p:nvPr/>
        </p:nvSpPr>
        <p:spPr>
          <a:xfrm>
            <a:off x="4235667" y="2831482"/>
            <a:ext cx="1119352" cy="86710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D90B708-2C10-EE61-40AD-255BEBE9CC9F}"/>
              </a:ext>
            </a:extLst>
          </p:cNvPr>
          <p:cNvSpPr/>
          <p:nvPr/>
        </p:nvSpPr>
        <p:spPr>
          <a:xfrm>
            <a:off x="5643132" y="2898165"/>
            <a:ext cx="914400" cy="914400"/>
          </a:xfrm>
          <a:prstGeom prst="arc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C94B4-8A1A-BF0B-CBB6-E433C629C775}"/>
              </a:ext>
            </a:extLst>
          </p:cNvPr>
          <p:cNvSpPr txBox="1"/>
          <p:nvPr/>
        </p:nvSpPr>
        <p:spPr>
          <a:xfrm>
            <a:off x="5671750" y="3069270"/>
            <a:ext cx="1000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spawn threads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7AB8BE-A126-A1AA-5B88-7AB30A883F7D}"/>
              </a:ext>
            </a:extLst>
          </p:cNvPr>
          <p:cNvSpPr/>
          <p:nvPr/>
        </p:nvSpPr>
        <p:spPr>
          <a:xfrm>
            <a:off x="7205408" y="3351532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839BF8-84B4-248B-9009-205DF2D4F051}"/>
              </a:ext>
            </a:extLst>
          </p:cNvPr>
          <p:cNvSpPr/>
          <p:nvPr/>
        </p:nvSpPr>
        <p:spPr>
          <a:xfrm>
            <a:off x="7357808" y="3503932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11D464-5BE1-A537-FBD6-9E316EE49590}"/>
              </a:ext>
            </a:extLst>
          </p:cNvPr>
          <p:cNvSpPr/>
          <p:nvPr/>
        </p:nvSpPr>
        <p:spPr>
          <a:xfrm>
            <a:off x="7510208" y="3656332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479C8-7589-5817-F76F-80731939E0D8}"/>
              </a:ext>
            </a:extLst>
          </p:cNvPr>
          <p:cNvSpPr/>
          <p:nvPr/>
        </p:nvSpPr>
        <p:spPr>
          <a:xfrm>
            <a:off x="7662608" y="3808732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9883E-FDF4-7C19-4BD5-14BE467C7013}"/>
              </a:ext>
            </a:extLst>
          </p:cNvPr>
          <p:cNvSpPr/>
          <p:nvPr/>
        </p:nvSpPr>
        <p:spPr>
          <a:xfrm>
            <a:off x="7815008" y="3961132"/>
            <a:ext cx="814126" cy="58673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33F6C-EBD3-39B1-AED7-626C87FD74EF}"/>
              </a:ext>
            </a:extLst>
          </p:cNvPr>
          <p:cNvSpPr txBox="1"/>
          <p:nvPr/>
        </p:nvSpPr>
        <p:spPr>
          <a:xfrm>
            <a:off x="7637895" y="2858252"/>
            <a:ext cx="100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threads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6864125-059E-F0D2-4BE6-BDDBAD65CDDD}"/>
              </a:ext>
            </a:extLst>
          </p:cNvPr>
          <p:cNvCxnSpPr>
            <a:cxnSpLocks/>
            <a:stCxn id="6" idx="1"/>
            <a:endCxn id="3" idx="2"/>
          </p:cNvCxnSpPr>
          <p:nvPr/>
        </p:nvCxnSpPr>
        <p:spPr>
          <a:xfrm rot="10800000" flipV="1">
            <a:off x="4795344" y="3644899"/>
            <a:ext cx="2410065" cy="53686"/>
          </a:xfrm>
          <a:prstGeom prst="bentConnector4">
            <a:avLst>
              <a:gd name="adj1" fmla="val 14291"/>
              <a:gd name="adj2" fmla="val 972257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BC83114-B908-6CAA-48C4-E7D53BBBB93F}"/>
              </a:ext>
            </a:extLst>
          </p:cNvPr>
          <p:cNvCxnSpPr>
            <a:cxnSpLocks/>
            <a:stCxn id="7" idx="1"/>
            <a:endCxn id="3" idx="2"/>
          </p:cNvCxnSpPr>
          <p:nvPr/>
        </p:nvCxnSpPr>
        <p:spPr>
          <a:xfrm rot="10800000">
            <a:off x="4795344" y="3698585"/>
            <a:ext cx="2562465" cy="98714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51458C9-405F-69B9-BC50-9849A3E42514}"/>
              </a:ext>
            </a:extLst>
          </p:cNvPr>
          <p:cNvCxnSpPr>
            <a:cxnSpLocks/>
            <a:stCxn id="8" idx="1"/>
            <a:endCxn id="3" idx="2"/>
          </p:cNvCxnSpPr>
          <p:nvPr/>
        </p:nvCxnSpPr>
        <p:spPr>
          <a:xfrm rot="10800000">
            <a:off x="4795344" y="3698585"/>
            <a:ext cx="2714865" cy="251114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EAAA94E0-6695-C407-040B-004A998AF221}"/>
              </a:ext>
            </a:extLst>
          </p:cNvPr>
          <p:cNvCxnSpPr>
            <a:cxnSpLocks/>
            <a:stCxn id="9" idx="1"/>
            <a:endCxn id="3" idx="2"/>
          </p:cNvCxnSpPr>
          <p:nvPr/>
        </p:nvCxnSpPr>
        <p:spPr>
          <a:xfrm rot="10800000">
            <a:off x="4795344" y="3698585"/>
            <a:ext cx="2867265" cy="403514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350EB4DA-2AC4-8645-9665-93CFB5D76F0A}"/>
              </a:ext>
            </a:extLst>
          </p:cNvPr>
          <p:cNvCxnSpPr>
            <a:cxnSpLocks/>
            <a:stCxn id="10" idx="1"/>
            <a:endCxn id="3" idx="2"/>
          </p:cNvCxnSpPr>
          <p:nvPr/>
        </p:nvCxnSpPr>
        <p:spPr>
          <a:xfrm rot="10800000">
            <a:off x="4795344" y="3698585"/>
            <a:ext cx="3019665" cy="555914"/>
          </a:xfrm>
          <a:prstGeom prst="bentConnector2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A6BD028-21B6-6646-A0AB-A967A9EA175C}"/>
              </a:ext>
            </a:extLst>
          </p:cNvPr>
          <p:cNvSpPr txBox="1"/>
          <p:nvPr/>
        </p:nvSpPr>
        <p:spPr>
          <a:xfrm>
            <a:off x="5945121" y="1097247"/>
            <a:ext cx="122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Threading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D3FE2C-DF05-3537-675F-4C95E8C4DDE6}"/>
              </a:ext>
            </a:extLst>
          </p:cNvPr>
          <p:cNvSpPr txBox="1"/>
          <p:nvPr/>
        </p:nvSpPr>
        <p:spPr>
          <a:xfrm>
            <a:off x="4626369" y="4445319"/>
            <a:ext cx="2579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accessing memory/data</a:t>
            </a:r>
          </a:p>
        </p:txBody>
      </p:sp>
    </p:spTree>
    <p:extLst>
      <p:ext uri="{BB962C8B-B14F-4D97-AF65-F5344CB8AC3E}">
        <p14:creationId xmlns:p14="http://schemas.microsoft.com/office/powerpoint/2010/main" val="3906209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6</cp:revision>
  <dcterms:created xsi:type="dcterms:W3CDTF">2025-02-25T19:42:40Z</dcterms:created>
  <dcterms:modified xsi:type="dcterms:W3CDTF">2025-03-10T15:43:20Z</dcterms:modified>
</cp:coreProperties>
</file>
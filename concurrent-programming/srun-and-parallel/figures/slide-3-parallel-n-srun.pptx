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b7a70c6d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b7a70c6d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41125" y="464400"/>
            <a:ext cx="3440700" cy="442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#!/bin/bash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Job name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-J gPara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Account.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Enter your own account.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--account arcadm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Wall time limit.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--time 00:05:00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Partition.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--partition normal_q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Num compute nodes, executing tasks, compute cores.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--nodes=1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--ntasks-per-node=3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--cpus-per-task=16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Slurm output and error files.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–output g.para.parallel.srun.%j.out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--error   g.para.parallel.srun.%j.err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5091775" y="0"/>
            <a:ext cx="353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FF"/>
                </a:solidFill>
              </a:rPr>
              <a:t>portion of sbatch slurm script</a:t>
            </a:r>
            <a:endParaRPr b="1" i="1" sz="1500">
              <a:solidFill>
                <a:srgbClr val="0000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8700" y="625169"/>
            <a:ext cx="479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my_num_parallel=</a:t>
            </a:r>
            <a:r>
              <a:rPr lang="en" sz="1200">
                <a:solidFill>
                  <a:schemeClr val="dk2"/>
                </a:solidFill>
              </a:rPr>
              <a:t>$SLURM_CPUS_PER_TASK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my_num_srun=</a:t>
            </a:r>
            <a:r>
              <a:rPr lang="en" sz="1200">
                <a:solidFill>
                  <a:schemeClr val="dk2"/>
                </a:solidFill>
              </a:rPr>
              <a:t>$SLURM_NTASKS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parallel  --jobs ${my_num_parallel}</a:t>
            </a:r>
            <a:r>
              <a:rPr lang="en" sz="1200">
                <a:solidFill>
                  <a:schemeClr val="dk2"/>
                </a:solidFill>
              </a:rPr>
              <a:t>  echo values :  {1}  {2} {3}  {4}   ';'  </a:t>
            </a:r>
            <a:r>
              <a:rPr b="1" lang="en" sz="1200">
                <a:solidFill>
                  <a:schemeClr val="dk2"/>
                </a:solidFill>
              </a:rPr>
              <a:t>srun --ntasks=${my_num_srun}</a:t>
            </a:r>
            <a:r>
              <a:rPr lang="en" sz="1200">
                <a:solidFill>
                  <a:schemeClr val="dk2"/>
                </a:solidFill>
              </a:rPr>
              <a:t> Rscript test_args.R  {1}  {2} {3}  {4}  :::  12  -12  ::: 14   -14  :::  16 -16 :::  18 -18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48700" y="115000"/>
            <a:ext cx="49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FF"/>
                </a:solidFill>
              </a:rPr>
              <a:t>The Pattern:  srun and parallel in tandem</a:t>
            </a:r>
            <a:endParaRPr b="1" sz="1800">
              <a:solidFill>
                <a:srgbClr val="9900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65425" y="1941853"/>
            <a:ext cx="4334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slurm_ntasks (total number of tasks across all nodes):  3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slurm_job_num_nodes: 1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slurm_job_num_tasks: 3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slurm_tasks_per_node: 3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slurm_cpus_per_task: 16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my_num_parallel  16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echo my_num_srun 3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 output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values : 12 14 16 18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12   14   16   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12   14   16   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12   14   16   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values : 12 14 16 -18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12   14   16   -18"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12   14   16   -18"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12   14   16   -18"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values : -12 14 16 -18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-12   14   16   -18"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-12   14   16   -18"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[1] "Tag, from  owl036 ...   Arguments:    -12   14   16   -18"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values : 12 -14 -16 18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…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00350" y="1970800"/>
            <a:ext cx="4533000" cy="3082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0" name="Google Shape;60;p13"/>
          <p:cNvSpPr/>
          <p:nvPr/>
        </p:nvSpPr>
        <p:spPr>
          <a:xfrm>
            <a:off x="214278" y="674965"/>
            <a:ext cx="4763400" cy="1243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cxnSp>
        <p:nvCxnSpPr>
          <p:cNvPr id="61" name="Google Shape;61;p13"/>
          <p:cNvCxnSpPr/>
          <p:nvPr/>
        </p:nvCxnSpPr>
        <p:spPr>
          <a:xfrm rot="10800000">
            <a:off x="1776275" y="3295200"/>
            <a:ext cx="24366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/>
          <p:nvPr/>
        </p:nvCxnSpPr>
        <p:spPr>
          <a:xfrm rot="10800000">
            <a:off x="1776275" y="3820000"/>
            <a:ext cx="24366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1776275" y="4289600"/>
            <a:ext cx="24366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/>
          <p:nvPr/>
        </p:nvCxnSpPr>
        <p:spPr>
          <a:xfrm rot="10800000">
            <a:off x="1776275" y="4796000"/>
            <a:ext cx="24366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/>
          <p:nvPr/>
        </p:nvCxnSpPr>
        <p:spPr>
          <a:xfrm>
            <a:off x="4217475" y="3299800"/>
            <a:ext cx="0" cy="16641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 txBox="1"/>
          <p:nvPr/>
        </p:nvSpPr>
        <p:spPr>
          <a:xfrm rot="-5400000">
            <a:off x="3969358" y="3869864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parallel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3160100" y="3368750"/>
            <a:ext cx="114900" cy="38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3178457" y="3348578"/>
            <a:ext cx="6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srun</a:t>
            </a:r>
            <a:endParaRPr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
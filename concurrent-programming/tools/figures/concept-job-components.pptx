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5670-0D26-55C2-1409-D1A237B86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CA824-2AA8-29A0-EE33-F0D32729F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76A27-6C0E-1196-550A-6BE9A8B3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E4B89-9FA4-8AA9-60E9-CD99686D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76380-735C-E441-A133-F4F2EA1D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9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CB61-DC5E-5A71-130A-592C4816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73427-5309-5952-FA83-3EF536335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D5863-B033-6D16-6F95-8E002A5D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F3B8D-D1FC-B8D4-7699-8BD63BF6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36224-B18F-9E11-B8BC-67155718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1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B642-D21B-4C25-006A-C67FFFBD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F3ED-93FF-99C4-AAFA-49E030C8A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44874-EA0C-FDD5-E54E-07D5E447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50C8-E43B-BF50-CC88-0747B485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D130-29ED-0026-D9E1-4186F85E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53DBE-020D-43F2-0A52-5BF080B0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DA658-593E-D0E2-3E75-77CA3F5B0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5D73D-8914-6991-79D0-662ABCF47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5AF9D-AE55-4D9C-2E38-A4173E3B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E2E6D-6CDD-0DBA-2FEB-C0E601DA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C28E3-0271-4AA4-B67A-DD3311C9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5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0F37-94A1-6C78-346A-8F797C0D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96C06-38BF-3BC7-C910-72FF99D42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1875C-E72D-3272-1CE9-FF9F29A8D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15421-F838-D44E-296A-7EAA72EED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D5617-6803-0222-D714-F89BFBAD0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8CDF0-B74A-F7C4-BFC0-D247B286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3CAAA-64A4-299F-9207-DF9D404A3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7F916-3AF2-DD2E-CC67-5BADE86C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3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F839-1646-532F-FB42-2AB89786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BADC7-D60F-D1A4-92F1-8EE8ECC1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FEC1E-3D1C-5C9E-2D00-B8CFA77E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B5504-C212-27FF-8041-65BB97BA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1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819151-1574-274D-CAD9-C5DC46D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7155D-0BAD-6577-DDBE-52DFBA55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4E157-7B4D-46A3-6273-6D820C10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9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D8E7-3452-72DD-74D4-657448DE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9A056-3C78-BB9F-B012-454616003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CFC91-FA87-C69F-2E82-84C308863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4D86B-0A67-4B3C-1E6B-48B6E94E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D8D40-7D3E-3CDC-B506-E084E199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C5105-437C-EBDC-443B-90329232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D0CC-FF26-5E02-6107-057EFA45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13C1D-D5C4-CB7B-F2D4-07D9FAE86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28206-B58F-3219-833E-0A434C312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94B3B-A32E-A9E0-B4E1-6BB19ACB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91793-D58C-B234-DBAE-2CAFF409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C17CA-E7EB-0373-7D3F-785EDEB2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81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6B83-329D-A009-1D09-4C747CA9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4F4F-F632-C7E7-66C7-156DB309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65CB6-C1DF-1506-8C9A-F79C3FF9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F9C0-6A79-2CD0-89FE-B0CE17CE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C8048-EAD4-2A10-4710-463009D8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8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E5F39B-51B0-01FD-9608-D03B321CA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CD8CB-5ADA-EB2D-91CB-D04ADB703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8CE78-B7FA-CFEA-8EB3-1EBB520E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AB8EA-2813-51B4-56D3-AF28256C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F7739-F481-F56E-28C2-760A3877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4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C5FF6-4DC5-0BB2-9BA3-9BF5B0143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D399-5A25-3E85-080D-79B17C61F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C73D-5609-DACF-441A-7717D678B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D60A2-CA4F-E84F-B3EF-B3694DF60CE6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6353D-A4D8-825D-4E5E-176BE9FDC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BEEF3-F002-7EEC-444A-7B6CBEA7D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9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81BD0F-833F-2B74-1B59-1CDAE61AB3DB}"/>
              </a:ext>
            </a:extLst>
          </p:cNvPr>
          <p:cNvSpPr/>
          <p:nvPr/>
        </p:nvSpPr>
        <p:spPr>
          <a:xfrm>
            <a:off x="2742131" y="1976604"/>
            <a:ext cx="1119352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slurm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sbatch</a:t>
            </a:r>
            <a:r>
              <a:rPr lang="en-US" dirty="0">
                <a:solidFill>
                  <a:schemeClr val="tx1"/>
                </a:solidFill>
              </a:rPr>
              <a:t> script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98ECC8-1941-800C-0E1C-992110F8FD77}"/>
              </a:ext>
            </a:extLst>
          </p:cNvPr>
          <p:cNvSpPr/>
          <p:nvPr/>
        </p:nvSpPr>
        <p:spPr>
          <a:xfrm>
            <a:off x="2742131" y="4871248"/>
            <a:ext cx="1119352" cy="129006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Source code or machine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A5581F-F823-111F-F611-C21AF220ACB6}"/>
              </a:ext>
            </a:extLst>
          </p:cNvPr>
          <p:cNvSpPr/>
          <p:nvPr/>
        </p:nvSpPr>
        <p:spPr>
          <a:xfrm>
            <a:off x="2742131" y="3472616"/>
            <a:ext cx="1119352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bash run script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911B68-61C0-1D53-1779-E15CDD02704E}"/>
              </a:ext>
            </a:extLst>
          </p:cNvPr>
          <p:cNvSpPr txBox="1"/>
          <p:nvPr/>
        </p:nvSpPr>
        <p:spPr>
          <a:xfrm>
            <a:off x="4465981" y="540717"/>
            <a:ext cx="26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err="1"/>
              <a:t>Slurm</a:t>
            </a:r>
            <a:r>
              <a:rPr lang="en-US" b="1" i="1" dirty="0"/>
              <a:t> Job Components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672CC1-ADB5-7299-DA9A-B40390920B27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3301807" y="2843707"/>
            <a:ext cx="0" cy="6289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3B7AD6-666F-5320-56C5-7AC9AECF5232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3301807" y="4339719"/>
            <a:ext cx="0" cy="5315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FDD2F4-9AD8-FF93-3F06-B1B2CA69C695}"/>
              </a:ext>
            </a:extLst>
          </p:cNvPr>
          <p:cNvSpPr txBox="1"/>
          <p:nvPr/>
        </p:nvSpPr>
        <p:spPr>
          <a:xfrm>
            <a:off x="8686801" y="2888193"/>
            <a:ext cx="3265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Separation of concerns.</a:t>
            </a:r>
          </a:p>
          <a:p>
            <a:r>
              <a:rPr lang="en-US" dirty="0"/>
              <a:t>- Easier to go between clusters and partitions on clusters.</a:t>
            </a:r>
          </a:p>
          <a:p>
            <a:r>
              <a:rPr lang="en-US" dirty="0"/>
              <a:t>- Can run the latter two in interactive mode on clusters.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8C338A-F64C-7529-390A-C5C0A428E50C}"/>
              </a:ext>
            </a:extLst>
          </p:cNvPr>
          <p:cNvSpPr txBox="1"/>
          <p:nvPr/>
        </p:nvSpPr>
        <p:spPr>
          <a:xfrm>
            <a:off x="9666515" y="231865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</a:rPr>
              <a:t>Why?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A2FCA2-ED69-7092-C38B-D35E7B717C38}"/>
              </a:ext>
            </a:extLst>
          </p:cNvPr>
          <p:cNvSpPr txBox="1"/>
          <p:nvPr/>
        </p:nvSpPr>
        <p:spPr>
          <a:xfrm>
            <a:off x="4465981" y="1922697"/>
            <a:ext cx="2112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 requests.</a:t>
            </a:r>
          </a:p>
          <a:p>
            <a:r>
              <a:rPr lang="en-US" dirty="0"/>
              <a:t>Environment setup.</a:t>
            </a:r>
          </a:p>
          <a:p>
            <a:r>
              <a:rPr lang="en-US" dirty="0"/>
              <a:t>Job monitoring.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042BE0-C650-448F-BE1F-7F6395366B7B}"/>
              </a:ext>
            </a:extLst>
          </p:cNvPr>
          <p:cNvSpPr txBox="1"/>
          <p:nvPr/>
        </p:nvSpPr>
        <p:spPr>
          <a:xfrm>
            <a:off x="4441349" y="3444502"/>
            <a:ext cx="32785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parameter definitions.</a:t>
            </a:r>
          </a:p>
          <a:p>
            <a:r>
              <a:rPr lang="en-US" dirty="0"/>
              <a:t>Control of how code is invoked.</a:t>
            </a:r>
          </a:p>
          <a:p>
            <a:r>
              <a:rPr lang="en-US" dirty="0"/>
              <a:t>Execution structure.</a:t>
            </a:r>
          </a:p>
          <a:p>
            <a:r>
              <a:rPr lang="en-US" dirty="0"/>
              <a:t>[Job monitoring.]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B79555-6613-B70E-637B-AF4996D15144}"/>
              </a:ext>
            </a:extLst>
          </p:cNvPr>
          <p:cNvSpPr txBox="1"/>
          <p:nvPr/>
        </p:nvSpPr>
        <p:spPr>
          <a:xfrm>
            <a:off x="4441349" y="4974380"/>
            <a:ext cx="3124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(interpretive) or machine (compiled) code to execute.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A397B46-E446-F44B-6854-F0DB3596458F}"/>
              </a:ext>
            </a:extLst>
          </p:cNvPr>
          <p:cNvSpPr/>
          <p:nvPr/>
        </p:nvSpPr>
        <p:spPr>
          <a:xfrm>
            <a:off x="386773" y="1813837"/>
            <a:ext cx="1796143" cy="37418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432FF"/>
                </a:solidFill>
              </a:rPr>
              <a:t>slurm</a:t>
            </a:r>
            <a:r>
              <a:rPr lang="en-US" sz="1600" dirty="0">
                <a:solidFill>
                  <a:srgbClr val="0432FF"/>
                </a:solidFill>
              </a:rPr>
              <a:t> output file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DA85A44-E597-FA4A-D77E-71ABB5FB0D05}"/>
              </a:ext>
            </a:extLst>
          </p:cNvPr>
          <p:cNvSpPr/>
          <p:nvPr/>
        </p:nvSpPr>
        <p:spPr>
          <a:xfrm>
            <a:off x="386773" y="2282355"/>
            <a:ext cx="1796143" cy="37418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432FF"/>
                </a:solidFill>
              </a:rPr>
              <a:t>slurm</a:t>
            </a:r>
            <a:r>
              <a:rPr lang="en-US" sz="1600" dirty="0">
                <a:solidFill>
                  <a:srgbClr val="0432FF"/>
                </a:solidFill>
              </a:rPr>
              <a:t> error file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3595900-A60B-B1C2-A88A-513BDADAD2CA}"/>
              </a:ext>
            </a:extLst>
          </p:cNvPr>
          <p:cNvSpPr/>
          <p:nvPr/>
        </p:nvSpPr>
        <p:spPr>
          <a:xfrm>
            <a:off x="386773" y="2750872"/>
            <a:ext cx="1796143" cy="37418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432FF"/>
                </a:solidFill>
              </a:rPr>
              <a:t>performance files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F8B42B4-EE0D-91B7-A337-1FBEF4B4EA91}"/>
              </a:ext>
            </a:extLst>
          </p:cNvPr>
          <p:cNvSpPr/>
          <p:nvPr/>
        </p:nvSpPr>
        <p:spPr>
          <a:xfrm>
            <a:off x="386773" y="3479587"/>
            <a:ext cx="1796143" cy="37418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432FF"/>
                </a:solidFill>
              </a:rPr>
              <a:t>invocations or counts of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84C3FA-1B30-AD3A-D788-AF078FD8E797}"/>
              </a:ext>
            </a:extLst>
          </p:cNvPr>
          <p:cNvSpPr txBox="1"/>
          <p:nvPr/>
        </p:nvSpPr>
        <p:spPr>
          <a:xfrm>
            <a:off x="740228" y="116858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output files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6DBE99-FC4C-727E-DE74-9F74C2AFF228}"/>
              </a:ext>
            </a:extLst>
          </p:cNvPr>
          <p:cNvSpPr txBox="1"/>
          <p:nvPr/>
        </p:nvSpPr>
        <p:spPr>
          <a:xfrm>
            <a:off x="2281824" y="1168588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job component files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FF02FB-63EE-D764-255A-3FBA01CF412E}"/>
              </a:ext>
            </a:extLst>
          </p:cNvPr>
          <p:cNvSpPr txBox="1"/>
          <p:nvPr/>
        </p:nvSpPr>
        <p:spPr>
          <a:xfrm>
            <a:off x="4866507" y="1168588"/>
            <a:ext cx="106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contents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C4BAC81-C58F-5120-F5A8-C80C30267572}"/>
              </a:ext>
            </a:extLst>
          </p:cNvPr>
          <p:cNvSpPr/>
          <p:nvPr/>
        </p:nvSpPr>
        <p:spPr>
          <a:xfrm>
            <a:off x="386773" y="4968697"/>
            <a:ext cx="1796143" cy="37418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432FF"/>
                </a:solidFill>
              </a:rPr>
              <a:t>profiling data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CF8F5B6-3301-A7F6-B004-DA2A7A04968A}"/>
              </a:ext>
            </a:extLst>
          </p:cNvPr>
          <p:cNvSpPr/>
          <p:nvPr/>
        </p:nvSpPr>
        <p:spPr>
          <a:xfrm>
            <a:off x="386773" y="5544905"/>
            <a:ext cx="1796143" cy="37418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432FF"/>
                </a:solidFill>
              </a:rPr>
              <a:t>results files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9B7DFA7-9A32-8BEE-E39A-B7E1CEF9C96E}"/>
              </a:ext>
            </a:extLst>
          </p:cNvPr>
          <p:cNvSpPr/>
          <p:nvPr/>
        </p:nvSpPr>
        <p:spPr>
          <a:xfrm>
            <a:off x="386773" y="3963856"/>
            <a:ext cx="1796143" cy="37418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432FF"/>
                </a:solidFill>
              </a:rPr>
              <a:t>performance files</a:t>
            </a:r>
          </a:p>
        </p:txBody>
      </p:sp>
    </p:spTree>
    <p:extLst>
      <p:ext uri="{BB962C8B-B14F-4D97-AF65-F5344CB8AC3E}">
        <p14:creationId xmlns:p14="http://schemas.microsoft.com/office/powerpoint/2010/main" val="1579612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108</Words>
  <Application>Microsoft Macintosh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12</cp:revision>
  <dcterms:created xsi:type="dcterms:W3CDTF">2025-02-25T20:00:03Z</dcterms:created>
  <dcterms:modified xsi:type="dcterms:W3CDTF">2025-07-15T14:52:49Z</dcterms:modified>
</cp:coreProperties>
</file>
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833-29B7-1ECD-B02F-F1B5B0151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8D62-1A3C-17ED-088F-FBF019289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D455-AA64-A65F-37AF-82CC86B2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5898-515C-23E4-415C-C6F0BEEF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18A1-73FC-B42E-4AAB-63AA2962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E2A-9375-47EB-DD93-86BDA62E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52DE-92B7-7EB6-F362-C9BD3091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3E15-D6EF-6D4F-7295-EFCC64FE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E12-8A2A-8166-4B5F-F5E44C1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2BCB-74D1-25A0-59E2-ACDF0ECC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CBD9-EC30-197B-1FED-680066C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D62D-15B7-951A-C2CE-72617DA7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9A7E-F531-3A4A-BF04-9E01160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BC79-112D-BB26-24C8-24858165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20C1-EA69-AB63-EA75-99C1ACBA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C27-7D9A-B235-06CB-6675CD7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0FF5-479F-4BDC-282B-3968DB26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619-9C30-80A3-9269-28322B2B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D18D-F1FC-0CC9-DD9E-A9E5F05F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7B72-FD04-7F5C-28A1-71A3F53E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D58C-F45E-29A3-3673-D1C4FB7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F8C7-5513-9E19-0945-2028A37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BE70-842E-F2F0-0404-AA51E07F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32696-E64B-138B-8954-29D9BE807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B008-162C-1F17-58DF-1F8A3DBD3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08CF-0653-1EBD-73DD-B6024F28D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1F9EA-4735-C993-87E8-90A8AF2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C4EA-3BF5-E26D-9F0E-D549CDF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E6A0-DB9B-94EC-4726-59C79DD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BE-992C-9DD5-4F96-36CB37A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F2A7A-E434-5034-151F-E67A8C69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306-26E5-27AC-0BEA-29AFDAC5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9642-B147-A5D0-B8C4-F837AC7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4B5D-05E3-3F43-C305-8FF7D826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E141-F033-631F-5A69-11F46AED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BC31-A151-B36C-396F-90D1332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BC4-AAA0-F96A-9A97-FD415CFD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E673-6D8E-5608-D608-F64F7B8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9EC1-DAB4-2762-A396-6F71FA5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1FB3-35E8-ADD8-2D0C-433C4852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8D3F-6AD8-F987-A620-46D6263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4B7-2142-89BE-B87C-460CA34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FB73-2405-AF35-4DA3-7F0096F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19628-3F9E-FC38-04DB-4A24CE6F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5173-FBEC-1784-E210-E6C75099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81C4-EC87-31C0-12ED-D71DFF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3AD-5265-3F50-3C2E-1D7E1A2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A6AB-D61C-3DBB-A85E-D8B34E0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E415-E6DB-B151-32FB-0145971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BF0F-B6B4-986B-99EA-77ABD3A8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2C84-4F52-8E65-F43C-FA6FDFED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2DF-8B60-FF99-EE04-BA596299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D765-B2A0-FD16-77CC-C10C8D3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1F155-80BA-97FA-21A9-3F742B61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90F2-188D-3AED-DF9B-8909446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67EA-35EE-48D1-A1CE-32D96DD6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4F7B-3B3C-F123-99A8-FD1C441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3EA8-292B-5484-0DB9-669240D6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2F27-7F55-4F4F-03F1-5BA4067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07E5-8995-9A03-3201-8CB1EE9D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9C9C-AFCD-21E9-0CBC-E3B2E88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9D5A1-67C9-66A8-1221-BFE550C5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4739-E89B-AEA7-32DF-695CB003D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F41AA5-2E35-45D4-DEDD-2EE6A4095E14}"/>
              </a:ext>
            </a:extLst>
          </p:cNvPr>
          <p:cNvSpPr/>
          <p:nvPr/>
        </p:nvSpPr>
        <p:spPr>
          <a:xfrm>
            <a:off x="2438399" y="185060"/>
            <a:ext cx="1905000" cy="664028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critical section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A7C33-0968-D687-6EB1-383BB81E7145}"/>
              </a:ext>
            </a:extLst>
          </p:cNvPr>
          <p:cNvSpPr txBox="1"/>
          <p:nvPr/>
        </p:nvSpPr>
        <p:spPr>
          <a:xfrm>
            <a:off x="4699710" y="76200"/>
            <a:ext cx="6708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that must be operated on one thread at a time.</a:t>
            </a:r>
          </a:p>
          <a:p>
            <a:r>
              <a:rPr lang="en-US" dirty="0"/>
              <a:t>Example:  each thread updates data; the updated data (not the original data) must be used by other threads.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1A442-CEA4-262C-8752-41F78B271C37}"/>
              </a:ext>
            </a:extLst>
          </p:cNvPr>
          <p:cNvSpPr/>
          <p:nvPr/>
        </p:nvSpPr>
        <p:spPr>
          <a:xfrm>
            <a:off x="4029742" y="1294067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7395F-4F30-766A-C91B-D067A067EDDF}"/>
              </a:ext>
            </a:extLst>
          </p:cNvPr>
          <p:cNvSpPr/>
          <p:nvPr/>
        </p:nvSpPr>
        <p:spPr>
          <a:xfrm>
            <a:off x="4029742" y="1860121"/>
            <a:ext cx="6928922" cy="30367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(no critical section)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ACA4D2-5157-EAE7-AC34-A3B8B5B8C017}"/>
              </a:ext>
            </a:extLst>
          </p:cNvPr>
          <p:cNvCxnSpPr>
            <a:cxnSpLocks/>
          </p:cNvCxnSpPr>
          <p:nvPr/>
        </p:nvCxnSpPr>
        <p:spPr>
          <a:xfrm>
            <a:off x="4587718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67BD82-2BDA-ECA9-1BFC-B472156F61DF}"/>
              </a:ext>
            </a:extLst>
          </p:cNvPr>
          <p:cNvCxnSpPr>
            <a:cxnSpLocks/>
          </p:cNvCxnSpPr>
          <p:nvPr/>
        </p:nvCxnSpPr>
        <p:spPr>
          <a:xfrm>
            <a:off x="5285971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907982-1F28-5456-A81E-7D3CCD7C5A71}"/>
              </a:ext>
            </a:extLst>
          </p:cNvPr>
          <p:cNvCxnSpPr>
            <a:cxnSpLocks/>
          </p:cNvCxnSpPr>
          <p:nvPr/>
        </p:nvCxnSpPr>
        <p:spPr>
          <a:xfrm>
            <a:off x="5984224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229393-2FFA-B6DE-CCE3-37FFA69891EA}"/>
              </a:ext>
            </a:extLst>
          </p:cNvPr>
          <p:cNvCxnSpPr>
            <a:cxnSpLocks/>
          </p:cNvCxnSpPr>
          <p:nvPr/>
        </p:nvCxnSpPr>
        <p:spPr>
          <a:xfrm>
            <a:off x="6682477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534DB0-E67A-5464-B591-13174479FD4D}"/>
              </a:ext>
            </a:extLst>
          </p:cNvPr>
          <p:cNvCxnSpPr>
            <a:cxnSpLocks/>
          </p:cNvCxnSpPr>
          <p:nvPr/>
        </p:nvCxnSpPr>
        <p:spPr>
          <a:xfrm>
            <a:off x="7380730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C624DC-F87B-B274-D80F-7EC3B31E8858}"/>
              </a:ext>
            </a:extLst>
          </p:cNvPr>
          <p:cNvCxnSpPr>
            <a:cxnSpLocks/>
          </p:cNvCxnSpPr>
          <p:nvPr/>
        </p:nvCxnSpPr>
        <p:spPr>
          <a:xfrm>
            <a:off x="8078983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17F91F-BBF0-8212-1589-FE4E6B5E52FB}"/>
              </a:ext>
            </a:extLst>
          </p:cNvPr>
          <p:cNvCxnSpPr>
            <a:cxnSpLocks/>
          </p:cNvCxnSpPr>
          <p:nvPr/>
        </p:nvCxnSpPr>
        <p:spPr>
          <a:xfrm>
            <a:off x="8777236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157BAB-97DD-1151-F454-C98BEBADF686}"/>
              </a:ext>
            </a:extLst>
          </p:cNvPr>
          <p:cNvCxnSpPr>
            <a:cxnSpLocks/>
          </p:cNvCxnSpPr>
          <p:nvPr/>
        </p:nvCxnSpPr>
        <p:spPr>
          <a:xfrm>
            <a:off x="9475492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2896D5-411B-FA59-AC1A-1F2E7E4AB1ED}"/>
              </a:ext>
            </a:extLst>
          </p:cNvPr>
          <p:cNvCxnSpPr/>
          <p:nvPr/>
        </p:nvCxnSpPr>
        <p:spPr>
          <a:xfrm>
            <a:off x="10455118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9B9EBE-3736-5C45-0383-D0F2BA3AE74A}"/>
              </a:ext>
            </a:extLst>
          </p:cNvPr>
          <p:cNvSpPr txBox="1"/>
          <p:nvPr/>
        </p:nvSpPr>
        <p:spPr>
          <a:xfrm>
            <a:off x="9757039" y="2145541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EA21E3C7-B03A-71D6-688E-71EE91646E9F}"/>
              </a:ext>
            </a:extLst>
          </p:cNvPr>
          <p:cNvSpPr/>
          <p:nvPr/>
        </p:nvSpPr>
        <p:spPr>
          <a:xfrm>
            <a:off x="3685824" y="1292836"/>
            <a:ext cx="252343" cy="14434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3C2B1C-E564-F351-B880-B1D585BC1EB4}"/>
              </a:ext>
            </a:extLst>
          </p:cNvPr>
          <p:cNvSpPr/>
          <p:nvPr/>
        </p:nvSpPr>
        <p:spPr>
          <a:xfrm>
            <a:off x="4018856" y="2643897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A2BE20-88FE-F719-DFEB-5FDC491A2393}"/>
              </a:ext>
            </a:extLst>
          </p:cNvPr>
          <p:cNvCxnSpPr>
            <a:cxnSpLocks/>
          </p:cNvCxnSpPr>
          <p:nvPr/>
        </p:nvCxnSpPr>
        <p:spPr>
          <a:xfrm>
            <a:off x="4576832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0395D1-EBED-0AEF-82D5-53EE0EAA3766}"/>
              </a:ext>
            </a:extLst>
          </p:cNvPr>
          <p:cNvCxnSpPr>
            <a:cxnSpLocks/>
          </p:cNvCxnSpPr>
          <p:nvPr/>
        </p:nvCxnSpPr>
        <p:spPr>
          <a:xfrm>
            <a:off x="5275085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EDA68F-19C4-E020-265C-46B36157F2F6}"/>
              </a:ext>
            </a:extLst>
          </p:cNvPr>
          <p:cNvCxnSpPr>
            <a:cxnSpLocks/>
          </p:cNvCxnSpPr>
          <p:nvPr/>
        </p:nvCxnSpPr>
        <p:spPr>
          <a:xfrm>
            <a:off x="5973338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48FBDF-87DF-3605-5FBC-F124184C4D3B}"/>
              </a:ext>
            </a:extLst>
          </p:cNvPr>
          <p:cNvCxnSpPr>
            <a:cxnSpLocks/>
          </p:cNvCxnSpPr>
          <p:nvPr/>
        </p:nvCxnSpPr>
        <p:spPr>
          <a:xfrm>
            <a:off x="6671591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CB3AF9C-40A1-8D10-432D-F1C13BB43BA0}"/>
              </a:ext>
            </a:extLst>
          </p:cNvPr>
          <p:cNvCxnSpPr>
            <a:cxnSpLocks/>
          </p:cNvCxnSpPr>
          <p:nvPr/>
        </p:nvCxnSpPr>
        <p:spPr>
          <a:xfrm>
            <a:off x="7369844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3E3F5A-813E-4CDD-E9F3-19ECAD2D21F4}"/>
              </a:ext>
            </a:extLst>
          </p:cNvPr>
          <p:cNvCxnSpPr>
            <a:cxnSpLocks/>
          </p:cNvCxnSpPr>
          <p:nvPr/>
        </p:nvCxnSpPr>
        <p:spPr>
          <a:xfrm>
            <a:off x="8068097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10AA24-431D-F571-CE7A-C8030E832D20}"/>
              </a:ext>
            </a:extLst>
          </p:cNvPr>
          <p:cNvCxnSpPr>
            <a:cxnSpLocks/>
          </p:cNvCxnSpPr>
          <p:nvPr/>
        </p:nvCxnSpPr>
        <p:spPr>
          <a:xfrm>
            <a:off x="8766350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799201-E869-91FF-31E4-462AAD4B998B}"/>
              </a:ext>
            </a:extLst>
          </p:cNvPr>
          <p:cNvCxnSpPr>
            <a:cxnSpLocks/>
          </p:cNvCxnSpPr>
          <p:nvPr/>
        </p:nvCxnSpPr>
        <p:spPr>
          <a:xfrm>
            <a:off x="9464606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AB7007-E084-2495-119B-C3569AF7ACFB}"/>
              </a:ext>
            </a:extLst>
          </p:cNvPr>
          <p:cNvCxnSpPr/>
          <p:nvPr/>
        </p:nvCxnSpPr>
        <p:spPr>
          <a:xfrm>
            <a:off x="10444232" y="218114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E3C73C5-C99D-23F7-8602-D86412A893B1}"/>
              </a:ext>
            </a:extLst>
          </p:cNvPr>
          <p:cNvSpPr txBox="1"/>
          <p:nvPr/>
        </p:nvSpPr>
        <p:spPr>
          <a:xfrm>
            <a:off x="141515" y="1166364"/>
            <a:ext cx="30407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no critical section, each thread operates independently---the best-case scenario for concurrency.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6EF143-2E4A-FB63-8C93-8C4A4CDEDF01}"/>
              </a:ext>
            </a:extLst>
          </p:cNvPr>
          <p:cNvSpPr txBox="1"/>
          <p:nvPr/>
        </p:nvSpPr>
        <p:spPr>
          <a:xfrm>
            <a:off x="9757039" y="1991101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070B2E-AA4D-A4AC-578F-957A4F495746}"/>
              </a:ext>
            </a:extLst>
          </p:cNvPr>
          <p:cNvSpPr/>
          <p:nvPr/>
        </p:nvSpPr>
        <p:spPr>
          <a:xfrm>
            <a:off x="3986198" y="3122866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B2C04C-E893-1F0D-1AFF-116BC55684D2}"/>
              </a:ext>
            </a:extLst>
          </p:cNvPr>
          <p:cNvSpPr/>
          <p:nvPr/>
        </p:nvSpPr>
        <p:spPr>
          <a:xfrm>
            <a:off x="3986198" y="3688920"/>
            <a:ext cx="6928922" cy="303672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(critical section)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D383106-970F-EE62-4B5B-12B5BABD5A02}"/>
              </a:ext>
            </a:extLst>
          </p:cNvPr>
          <p:cNvCxnSpPr>
            <a:cxnSpLocks/>
          </p:cNvCxnSpPr>
          <p:nvPr/>
        </p:nvCxnSpPr>
        <p:spPr>
          <a:xfrm>
            <a:off x="4544174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5DDE80-C197-F535-852D-5D92CB0D1977}"/>
              </a:ext>
            </a:extLst>
          </p:cNvPr>
          <p:cNvCxnSpPr>
            <a:cxnSpLocks/>
          </p:cNvCxnSpPr>
          <p:nvPr/>
        </p:nvCxnSpPr>
        <p:spPr>
          <a:xfrm>
            <a:off x="5242427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0AFCBD9-8C5B-3959-2E69-9145711A6BEF}"/>
              </a:ext>
            </a:extLst>
          </p:cNvPr>
          <p:cNvCxnSpPr>
            <a:cxnSpLocks/>
          </p:cNvCxnSpPr>
          <p:nvPr/>
        </p:nvCxnSpPr>
        <p:spPr>
          <a:xfrm>
            <a:off x="5940680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F7393F9-7F65-7709-84AE-3DF894C1AF54}"/>
              </a:ext>
            </a:extLst>
          </p:cNvPr>
          <p:cNvCxnSpPr>
            <a:cxnSpLocks/>
          </p:cNvCxnSpPr>
          <p:nvPr/>
        </p:nvCxnSpPr>
        <p:spPr>
          <a:xfrm>
            <a:off x="6638933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3AD0F41-D241-683F-52D6-E92E08FD64FB}"/>
              </a:ext>
            </a:extLst>
          </p:cNvPr>
          <p:cNvCxnSpPr>
            <a:cxnSpLocks/>
          </p:cNvCxnSpPr>
          <p:nvPr/>
        </p:nvCxnSpPr>
        <p:spPr>
          <a:xfrm>
            <a:off x="7337186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D648E4-4A46-F0F4-B16C-8D9301952BC2}"/>
              </a:ext>
            </a:extLst>
          </p:cNvPr>
          <p:cNvCxnSpPr>
            <a:cxnSpLocks/>
          </p:cNvCxnSpPr>
          <p:nvPr/>
        </p:nvCxnSpPr>
        <p:spPr>
          <a:xfrm>
            <a:off x="8035439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FDECCBD-97B5-CC58-01FD-2ED4C5E9D71F}"/>
              </a:ext>
            </a:extLst>
          </p:cNvPr>
          <p:cNvCxnSpPr>
            <a:cxnSpLocks/>
          </p:cNvCxnSpPr>
          <p:nvPr/>
        </p:nvCxnSpPr>
        <p:spPr>
          <a:xfrm>
            <a:off x="8733692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65F1A9A-8C25-B06A-E192-4755248AB55E}"/>
              </a:ext>
            </a:extLst>
          </p:cNvPr>
          <p:cNvCxnSpPr>
            <a:cxnSpLocks/>
          </p:cNvCxnSpPr>
          <p:nvPr/>
        </p:nvCxnSpPr>
        <p:spPr>
          <a:xfrm>
            <a:off x="9431948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F73621-E211-037D-C1A3-39F00C0248E4}"/>
              </a:ext>
            </a:extLst>
          </p:cNvPr>
          <p:cNvCxnSpPr/>
          <p:nvPr/>
        </p:nvCxnSpPr>
        <p:spPr>
          <a:xfrm>
            <a:off x="10411574" y="3226167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5DD36ED-FB62-BE64-5775-B5165DA8B491}"/>
              </a:ext>
            </a:extLst>
          </p:cNvPr>
          <p:cNvSpPr txBox="1"/>
          <p:nvPr/>
        </p:nvSpPr>
        <p:spPr>
          <a:xfrm>
            <a:off x="9713495" y="3049054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F4C9AF78-2305-F95E-69AC-3237C092488C}"/>
              </a:ext>
            </a:extLst>
          </p:cNvPr>
          <p:cNvSpPr/>
          <p:nvPr/>
        </p:nvSpPr>
        <p:spPr>
          <a:xfrm>
            <a:off x="3642280" y="3121635"/>
            <a:ext cx="252343" cy="14434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0EDD40-CF04-F19A-5133-E8407B647ACD}"/>
              </a:ext>
            </a:extLst>
          </p:cNvPr>
          <p:cNvSpPr/>
          <p:nvPr/>
        </p:nvSpPr>
        <p:spPr>
          <a:xfrm>
            <a:off x="3975312" y="4472696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0DF452-54A4-7F6E-99C7-CD20893BFC2D}"/>
              </a:ext>
            </a:extLst>
          </p:cNvPr>
          <p:cNvCxnSpPr>
            <a:cxnSpLocks/>
          </p:cNvCxnSpPr>
          <p:nvPr/>
        </p:nvCxnSpPr>
        <p:spPr>
          <a:xfrm>
            <a:off x="4533288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4A4D1C0-2AC8-9315-4994-FFD90C1F7E1F}"/>
              </a:ext>
            </a:extLst>
          </p:cNvPr>
          <p:cNvCxnSpPr>
            <a:cxnSpLocks/>
          </p:cNvCxnSpPr>
          <p:nvPr/>
        </p:nvCxnSpPr>
        <p:spPr>
          <a:xfrm>
            <a:off x="5231541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A3CF603-FFCD-4A29-B9F3-A457D6E7D3BD}"/>
              </a:ext>
            </a:extLst>
          </p:cNvPr>
          <p:cNvCxnSpPr>
            <a:cxnSpLocks/>
          </p:cNvCxnSpPr>
          <p:nvPr/>
        </p:nvCxnSpPr>
        <p:spPr>
          <a:xfrm>
            <a:off x="5929794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A9AABD-EE03-6EBE-D936-0366ECBAC510}"/>
              </a:ext>
            </a:extLst>
          </p:cNvPr>
          <p:cNvCxnSpPr>
            <a:cxnSpLocks/>
          </p:cNvCxnSpPr>
          <p:nvPr/>
        </p:nvCxnSpPr>
        <p:spPr>
          <a:xfrm>
            <a:off x="6628047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8980015-1D9B-E206-2639-CEADACEAB336}"/>
              </a:ext>
            </a:extLst>
          </p:cNvPr>
          <p:cNvCxnSpPr>
            <a:cxnSpLocks/>
          </p:cNvCxnSpPr>
          <p:nvPr/>
        </p:nvCxnSpPr>
        <p:spPr>
          <a:xfrm>
            <a:off x="7326300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7C3FB56-0080-18DF-3D11-BC27BD9D8CF0}"/>
              </a:ext>
            </a:extLst>
          </p:cNvPr>
          <p:cNvCxnSpPr>
            <a:cxnSpLocks/>
          </p:cNvCxnSpPr>
          <p:nvPr/>
        </p:nvCxnSpPr>
        <p:spPr>
          <a:xfrm>
            <a:off x="8024553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1BBDC38-F5DA-4CCF-589F-FE85B5CE474A}"/>
              </a:ext>
            </a:extLst>
          </p:cNvPr>
          <p:cNvCxnSpPr>
            <a:cxnSpLocks/>
          </p:cNvCxnSpPr>
          <p:nvPr/>
        </p:nvCxnSpPr>
        <p:spPr>
          <a:xfrm>
            <a:off x="8722806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A312A50-4F49-3017-09FF-CA84EFDEB8A5}"/>
              </a:ext>
            </a:extLst>
          </p:cNvPr>
          <p:cNvCxnSpPr>
            <a:cxnSpLocks/>
          </p:cNvCxnSpPr>
          <p:nvPr/>
        </p:nvCxnSpPr>
        <p:spPr>
          <a:xfrm>
            <a:off x="9421062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CE39BE8-5B07-AF71-154B-1604E8D1593D}"/>
              </a:ext>
            </a:extLst>
          </p:cNvPr>
          <p:cNvCxnSpPr/>
          <p:nvPr/>
        </p:nvCxnSpPr>
        <p:spPr>
          <a:xfrm>
            <a:off x="10400688" y="400994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6F9268C-2156-27D9-28C8-D2915531A447}"/>
              </a:ext>
            </a:extLst>
          </p:cNvPr>
          <p:cNvSpPr txBox="1"/>
          <p:nvPr/>
        </p:nvSpPr>
        <p:spPr>
          <a:xfrm>
            <a:off x="9713495" y="3819900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C7DFA1-4309-BBAC-88ED-61ACB22F24D2}"/>
              </a:ext>
            </a:extLst>
          </p:cNvPr>
          <p:cNvSpPr txBox="1"/>
          <p:nvPr/>
        </p:nvSpPr>
        <p:spPr>
          <a:xfrm>
            <a:off x="223916" y="3356293"/>
            <a:ext cx="3040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disaster for concurrency---all threads are dependent.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A7CE77E-AFAA-97AE-0D3B-87077C7CB68D}"/>
              </a:ext>
            </a:extLst>
          </p:cNvPr>
          <p:cNvSpPr/>
          <p:nvPr/>
        </p:nvSpPr>
        <p:spPr>
          <a:xfrm>
            <a:off x="3986195" y="5104064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EDAD04-58E2-8F4B-D532-E80AAFF4B508}"/>
              </a:ext>
            </a:extLst>
          </p:cNvPr>
          <p:cNvSpPr/>
          <p:nvPr/>
        </p:nvSpPr>
        <p:spPr>
          <a:xfrm>
            <a:off x="3986195" y="5670118"/>
            <a:ext cx="6928922" cy="303672"/>
          </a:xfrm>
          <a:prstGeom prst="rect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(critical section)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44B3ECE-9A42-F1AA-8CD9-F5EBDBD28E19}"/>
              </a:ext>
            </a:extLst>
          </p:cNvPr>
          <p:cNvCxnSpPr>
            <a:cxnSpLocks/>
          </p:cNvCxnSpPr>
          <p:nvPr/>
        </p:nvCxnSpPr>
        <p:spPr>
          <a:xfrm>
            <a:off x="4544171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8311804-5BBA-F218-2F01-87F999A98B00}"/>
              </a:ext>
            </a:extLst>
          </p:cNvPr>
          <p:cNvCxnSpPr>
            <a:cxnSpLocks/>
          </p:cNvCxnSpPr>
          <p:nvPr/>
        </p:nvCxnSpPr>
        <p:spPr>
          <a:xfrm>
            <a:off x="5242424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A4405F0-27AA-3B69-11C7-47F7A35B18B1}"/>
              </a:ext>
            </a:extLst>
          </p:cNvPr>
          <p:cNvCxnSpPr>
            <a:cxnSpLocks/>
          </p:cNvCxnSpPr>
          <p:nvPr/>
        </p:nvCxnSpPr>
        <p:spPr>
          <a:xfrm>
            <a:off x="5940677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D0FE99C-7F98-4CA9-B929-2EABA445546C}"/>
              </a:ext>
            </a:extLst>
          </p:cNvPr>
          <p:cNvCxnSpPr>
            <a:cxnSpLocks/>
          </p:cNvCxnSpPr>
          <p:nvPr/>
        </p:nvCxnSpPr>
        <p:spPr>
          <a:xfrm>
            <a:off x="6638930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8A249A6-F322-C3C2-04D4-A1D83A20F548}"/>
              </a:ext>
            </a:extLst>
          </p:cNvPr>
          <p:cNvCxnSpPr>
            <a:cxnSpLocks/>
          </p:cNvCxnSpPr>
          <p:nvPr/>
        </p:nvCxnSpPr>
        <p:spPr>
          <a:xfrm>
            <a:off x="7337183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CBE1BC3-67F9-E92B-44EE-9FEA74F2A3B5}"/>
              </a:ext>
            </a:extLst>
          </p:cNvPr>
          <p:cNvCxnSpPr>
            <a:cxnSpLocks/>
          </p:cNvCxnSpPr>
          <p:nvPr/>
        </p:nvCxnSpPr>
        <p:spPr>
          <a:xfrm>
            <a:off x="8035436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AC455F9-B890-E514-27C0-784DD07AA30D}"/>
              </a:ext>
            </a:extLst>
          </p:cNvPr>
          <p:cNvCxnSpPr>
            <a:cxnSpLocks/>
          </p:cNvCxnSpPr>
          <p:nvPr/>
        </p:nvCxnSpPr>
        <p:spPr>
          <a:xfrm>
            <a:off x="8733689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0AC0C4D-B2B7-AC43-3000-C0B7DC4751A9}"/>
              </a:ext>
            </a:extLst>
          </p:cNvPr>
          <p:cNvCxnSpPr>
            <a:cxnSpLocks/>
          </p:cNvCxnSpPr>
          <p:nvPr/>
        </p:nvCxnSpPr>
        <p:spPr>
          <a:xfrm>
            <a:off x="9431945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CDBCA46-F980-296F-3698-9B6D2CD80B3C}"/>
              </a:ext>
            </a:extLst>
          </p:cNvPr>
          <p:cNvCxnSpPr/>
          <p:nvPr/>
        </p:nvCxnSpPr>
        <p:spPr>
          <a:xfrm>
            <a:off x="10411571" y="52073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61885BE-3210-C43A-B316-B486AA573D8D}"/>
              </a:ext>
            </a:extLst>
          </p:cNvPr>
          <p:cNvSpPr txBox="1"/>
          <p:nvPr/>
        </p:nvSpPr>
        <p:spPr>
          <a:xfrm>
            <a:off x="9713492" y="5030252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33C94E49-9F6B-1A0E-10A5-5B2B479B9475}"/>
              </a:ext>
            </a:extLst>
          </p:cNvPr>
          <p:cNvSpPr/>
          <p:nvPr/>
        </p:nvSpPr>
        <p:spPr>
          <a:xfrm>
            <a:off x="3642277" y="5102833"/>
            <a:ext cx="252343" cy="14434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617208F-0FFB-E8A4-964D-C36BEA85440F}"/>
              </a:ext>
            </a:extLst>
          </p:cNvPr>
          <p:cNvSpPr/>
          <p:nvPr/>
        </p:nvSpPr>
        <p:spPr>
          <a:xfrm>
            <a:off x="3975309" y="6453894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6E60F8F-0AE6-F917-1C0F-A68753422ED9}"/>
              </a:ext>
            </a:extLst>
          </p:cNvPr>
          <p:cNvCxnSpPr>
            <a:cxnSpLocks/>
          </p:cNvCxnSpPr>
          <p:nvPr/>
        </p:nvCxnSpPr>
        <p:spPr>
          <a:xfrm>
            <a:off x="4533285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06BD4A3-AEB3-3F23-FDC7-BEF7BB5CA304}"/>
              </a:ext>
            </a:extLst>
          </p:cNvPr>
          <p:cNvCxnSpPr>
            <a:cxnSpLocks/>
          </p:cNvCxnSpPr>
          <p:nvPr/>
        </p:nvCxnSpPr>
        <p:spPr>
          <a:xfrm>
            <a:off x="5231538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4F4AB7B-1F8E-A041-3765-8F54A06EDA08}"/>
              </a:ext>
            </a:extLst>
          </p:cNvPr>
          <p:cNvCxnSpPr>
            <a:cxnSpLocks/>
          </p:cNvCxnSpPr>
          <p:nvPr/>
        </p:nvCxnSpPr>
        <p:spPr>
          <a:xfrm>
            <a:off x="5929791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F2DD2DE-CE20-E4D8-ECCB-B8712D2F3B69}"/>
              </a:ext>
            </a:extLst>
          </p:cNvPr>
          <p:cNvCxnSpPr>
            <a:cxnSpLocks/>
          </p:cNvCxnSpPr>
          <p:nvPr/>
        </p:nvCxnSpPr>
        <p:spPr>
          <a:xfrm>
            <a:off x="6628044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D6AB019-99FB-7CBB-3083-2565E21F75C1}"/>
              </a:ext>
            </a:extLst>
          </p:cNvPr>
          <p:cNvCxnSpPr>
            <a:cxnSpLocks/>
          </p:cNvCxnSpPr>
          <p:nvPr/>
        </p:nvCxnSpPr>
        <p:spPr>
          <a:xfrm>
            <a:off x="7326297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1793328-E0B6-3F6C-F489-13B70BC6CBDF}"/>
              </a:ext>
            </a:extLst>
          </p:cNvPr>
          <p:cNvCxnSpPr>
            <a:cxnSpLocks/>
          </p:cNvCxnSpPr>
          <p:nvPr/>
        </p:nvCxnSpPr>
        <p:spPr>
          <a:xfrm>
            <a:off x="8024550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A4387BE-D326-8EAF-5615-78058A0B16E7}"/>
              </a:ext>
            </a:extLst>
          </p:cNvPr>
          <p:cNvCxnSpPr>
            <a:cxnSpLocks/>
          </p:cNvCxnSpPr>
          <p:nvPr/>
        </p:nvCxnSpPr>
        <p:spPr>
          <a:xfrm>
            <a:off x="8722803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D8E5A1F-359A-40A5-7B18-DC413704791C}"/>
              </a:ext>
            </a:extLst>
          </p:cNvPr>
          <p:cNvCxnSpPr>
            <a:cxnSpLocks/>
          </p:cNvCxnSpPr>
          <p:nvPr/>
        </p:nvCxnSpPr>
        <p:spPr>
          <a:xfrm>
            <a:off x="9421059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56FD24A-9F42-01E0-6753-DAAE22CDAC4B}"/>
              </a:ext>
            </a:extLst>
          </p:cNvPr>
          <p:cNvCxnSpPr/>
          <p:nvPr/>
        </p:nvCxnSpPr>
        <p:spPr>
          <a:xfrm>
            <a:off x="10400685" y="599114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85D240D-6CB7-0EEF-E62B-7C3CF07BA9A3}"/>
              </a:ext>
            </a:extLst>
          </p:cNvPr>
          <p:cNvSpPr txBox="1"/>
          <p:nvPr/>
        </p:nvSpPr>
        <p:spPr>
          <a:xfrm>
            <a:off x="9713492" y="5801098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192460-E713-CDC8-3549-2C3B81FCDD57}"/>
              </a:ext>
            </a:extLst>
          </p:cNvPr>
          <p:cNvSpPr txBox="1"/>
          <p:nvPr/>
        </p:nvSpPr>
        <p:spPr>
          <a:xfrm>
            <a:off x="223913" y="5337491"/>
            <a:ext cx="304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cannot do this.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B1D0C47-4BAE-97B7-D17C-2A248AAD45EC}"/>
              </a:ext>
            </a:extLst>
          </p:cNvPr>
          <p:cNvCxnSpPr>
            <a:cxnSpLocks/>
          </p:cNvCxnSpPr>
          <p:nvPr/>
        </p:nvCxnSpPr>
        <p:spPr>
          <a:xfrm flipH="1">
            <a:off x="3135088" y="4735285"/>
            <a:ext cx="8860971" cy="20900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AE765E9-67B8-FE75-5774-1AB604D46CD2}"/>
              </a:ext>
            </a:extLst>
          </p:cNvPr>
          <p:cNvCxnSpPr>
            <a:cxnSpLocks/>
          </p:cNvCxnSpPr>
          <p:nvPr/>
        </p:nvCxnSpPr>
        <p:spPr>
          <a:xfrm flipH="1" flipV="1">
            <a:off x="3135088" y="4735285"/>
            <a:ext cx="8860971" cy="20900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189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12</cp:revision>
  <dcterms:created xsi:type="dcterms:W3CDTF">2025-02-25T19:42:40Z</dcterms:created>
  <dcterms:modified xsi:type="dcterms:W3CDTF">2025-09-25T17:28:39Z</dcterms:modified>
</cp:coreProperties>
</file>
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00" d="100"/>
          <a:sy n="100" d="100"/>
        </p:scale>
        <p:origin x="144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C833-29B7-1ECD-B02F-F1B5B0151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A8D62-1A3C-17ED-088F-FBF019289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D455-AA64-A65F-37AF-82CC86B2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5898-515C-23E4-415C-C6F0BEEF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18A1-73FC-B42E-4AAB-63AA2962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7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BE2A-9375-47EB-DD93-86BDA62E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52DE-92B7-7EB6-F362-C9BD3091A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3E15-D6EF-6D4F-7295-EFCC64FE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7E12-8A2A-8166-4B5F-F5E44C16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2BCB-74D1-25A0-59E2-ACDF0ECC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2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CBD9-EC30-197B-1FED-680066CC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CD62D-15B7-951A-C2CE-72617DA7A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9A7E-F531-3A4A-BF04-9E011606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0BC79-112D-BB26-24C8-24858165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920C1-EA69-AB63-EA75-99C1ACBA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5C27-7D9A-B235-06CB-6675CD7A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0FF5-479F-4BDC-282B-3968DB26D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D619-9C30-80A3-9269-28322B2B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D18D-F1FC-0CC9-DD9E-A9E5F05F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67B72-FD04-7F5C-28A1-71A3F53E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7D58C-F45E-29A3-3673-D1C4FB7A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F8C7-5513-9E19-0945-2028A37F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DBE70-842E-F2F0-0404-AA51E07F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32696-E64B-138B-8954-29D9BE807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5B008-162C-1F17-58DF-1F8A3DBD3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508CF-0653-1EBD-73DD-B6024F28D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1F9EA-4735-C993-87E8-90A8AF20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CC4EA-3BF5-E26D-9F0E-D549CDF5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EE6A0-DB9B-94EC-4726-59C79DD0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2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28BE-992C-9DD5-4F96-36CB37A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F2A7A-E434-5034-151F-E67A8C69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E1306-26E5-27AC-0BEA-29AFDAC5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9642-B147-A5D0-B8C4-F837AC70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34B5D-05E3-3F43-C305-8FF7D826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1E141-F033-631F-5A69-11F46AED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BC31-A151-B36C-396F-90D13322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5BC4-AAA0-F96A-9A97-FD415CFD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E673-6D8E-5608-D608-F64F7B846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9EC1-DAB4-2762-A396-6F71FA5E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1FB3-35E8-ADD8-2D0C-433C4852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D8D3F-6AD8-F987-A620-46D62636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B4B7-2142-89BE-B87C-460CA349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FB73-2405-AF35-4DA3-7F0096FB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19628-3F9E-FC38-04DB-4A24CE6F0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5173-FBEC-1784-E210-E6C750996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881C4-EC87-31C0-12ED-D71DFF56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EB3AD-5265-3F50-3C2E-1D7E1A28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A6AB-D61C-3DBB-A85E-D8B34E0C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5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E415-E6DB-B151-32FB-01459717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BF0F-B6B4-986B-99EA-77ABD3A8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2C84-4F52-8E65-F43C-FA6FDFED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A2DF-8B60-FF99-EE04-BA596299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9D765-B2A0-FD16-77CC-C10C8D3C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4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1F155-80BA-97FA-21A9-3F742B61F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90F2-188D-3AED-DF9B-890944692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67EA-35EE-48D1-A1CE-32D96DD6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4F7B-3B3C-F123-99A8-FD1C4411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13EA8-292B-5484-0DB9-669240D6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9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F2F27-7F55-4F4F-03F1-5BA40678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607E5-8995-9A03-3201-8CB1EE9D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89C9C-AFCD-21E9-0CBC-E3B2E88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9D5A1-67C9-66A8-1221-BFE550C50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4739-E89B-AEA7-32DF-695CB003D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7F79-EE5B-1835-CBA7-FF6DC12F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B1828016-FADD-5C06-9C1D-F7F6C73A11D3}"/>
              </a:ext>
            </a:extLst>
          </p:cNvPr>
          <p:cNvSpPr/>
          <p:nvPr/>
        </p:nvSpPr>
        <p:spPr>
          <a:xfrm>
            <a:off x="3986195" y="532059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AB9E9D-34FD-3393-32FF-5E511FF03056}"/>
              </a:ext>
            </a:extLst>
          </p:cNvPr>
          <p:cNvSpPr/>
          <p:nvPr/>
        </p:nvSpPr>
        <p:spPr>
          <a:xfrm>
            <a:off x="3986195" y="1098113"/>
            <a:ext cx="6928922" cy="303672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(critical section)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392EF67-5469-6331-D512-DEEB599A21C9}"/>
              </a:ext>
            </a:extLst>
          </p:cNvPr>
          <p:cNvCxnSpPr>
            <a:cxnSpLocks/>
          </p:cNvCxnSpPr>
          <p:nvPr/>
        </p:nvCxnSpPr>
        <p:spPr>
          <a:xfrm>
            <a:off x="4544171" y="63536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B247184-9540-66AB-6623-E5DEB9F73AB6}"/>
              </a:ext>
            </a:extLst>
          </p:cNvPr>
          <p:cNvCxnSpPr>
            <a:cxnSpLocks/>
          </p:cNvCxnSpPr>
          <p:nvPr/>
        </p:nvCxnSpPr>
        <p:spPr>
          <a:xfrm>
            <a:off x="5242424" y="63536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A7A2349-E96D-161C-12FF-2681F3EDB494}"/>
              </a:ext>
            </a:extLst>
          </p:cNvPr>
          <p:cNvCxnSpPr>
            <a:cxnSpLocks/>
          </p:cNvCxnSpPr>
          <p:nvPr/>
        </p:nvCxnSpPr>
        <p:spPr>
          <a:xfrm>
            <a:off x="5940677" y="63536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61A03E6-EA2A-B51C-DA9E-0903B374C0C1}"/>
              </a:ext>
            </a:extLst>
          </p:cNvPr>
          <p:cNvCxnSpPr>
            <a:cxnSpLocks/>
          </p:cNvCxnSpPr>
          <p:nvPr/>
        </p:nvCxnSpPr>
        <p:spPr>
          <a:xfrm>
            <a:off x="6638930" y="63536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8447709-DF91-B414-CE81-A3742D9ABBE8}"/>
              </a:ext>
            </a:extLst>
          </p:cNvPr>
          <p:cNvCxnSpPr>
            <a:cxnSpLocks/>
          </p:cNvCxnSpPr>
          <p:nvPr/>
        </p:nvCxnSpPr>
        <p:spPr>
          <a:xfrm>
            <a:off x="7337183" y="63536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833680D-04A4-9043-84C2-5CEDC9FFAEA0}"/>
              </a:ext>
            </a:extLst>
          </p:cNvPr>
          <p:cNvCxnSpPr>
            <a:cxnSpLocks/>
          </p:cNvCxnSpPr>
          <p:nvPr/>
        </p:nvCxnSpPr>
        <p:spPr>
          <a:xfrm>
            <a:off x="8035436" y="63536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09E0406-34E1-59F0-664F-4B8412BC1774}"/>
              </a:ext>
            </a:extLst>
          </p:cNvPr>
          <p:cNvCxnSpPr>
            <a:cxnSpLocks/>
          </p:cNvCxnSpPr>
          <p:nvPr/>
        </p:nvCxnSpPr>
        <p:spPr>
          <a:xfrm>
            <a:off x="8733689" y="63536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C7EA061-65F7-FDAB-9E1B-3741C978F3A8}"/>
              </a:ext>
            </a:extLst>
          </p:cNvPr>
          <p:cNvCxnSpPr>
            <a:cxnSpLocks/>
          </p:cNvCxnSpPr>
          <p:nvPr/>
        </p:nvCxnSpPr>
        <p:spPr>
          <a:xfrm>
            <a:off x="9431945" y="63536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500CFEA-83B5-E582-ECC4-FBF6288FE6F1}"/>
              </a:ext>
            </a:extLst>
          </p:cNvPr>
          <p:cNvCxnSpPr/>
          <p:nvPr/>
        </p:nvCxnSpPr>
        <p:spPr>
          <a:xfrm>
            <a:off x="10411571" y="63536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33E64D3-E519-A9FC-858A-D92DFE7E4EA5}"/>
              </a:ext>
            </a:extLst>
          </p:cNvPr>
          <p:cNvSpPr txBox="1"/>
          <p:nvPr/>
        </p:nvSpPr>
        <p:spPr>
          <a:xfrm>
            <a:off x="9713492" y="458247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62F31F4E-E8C5-1B29-749A-720161CA830D}"/>
              </a:ext>
            </a:extLst>
          </p:cNvPr>
          <p:cNvSpPr/>
          <p:nvPr/>
        </p:nvSpPr>
        <p:spPr>
          <a:xfrm>
            <a:off x="3642277" y="530828"/>
            <a:ext cx="252343" cy="14434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237D48D-D841-3F13-F4ED-4A0B9C490DE2}"/>
              </a:ext>
            </a:extLst>
          </p:cNvPr>
          <p:cNvSpPr/>
          <p:nvPr/>
        </p:nvSpPr>
        <p:spPr>
          <a:xfrm>
            <a:off x="3975309" y="1881889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CEC7C94-4E8A-EC39-27FD-BCB3250B3F0E}"/>
              </a:ext>
            </a:extLst>
          </p:cNvPr>
          <p:cNvCxnSpPr>
            <a:cxnSpLocks/>
          </p:cNvCxnSpPr>
          <p:nvPr/>
        </p:nvCxnSpPr>
        <p:spPr>
          <a:xfrm>
            <a:off x="4533285" y="141913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06F52B7-BF4B-9ABA-F58A-1C499D8EB5D9}"/>
              </a:ext>
            </a:extLst>
          </p:cNvPr>
          <p:cNvCxnSpPr>
            <a:cxnSpLocks/>
          </p:cNvCxnSpPr>
          <p:nvPr/>
        </p:nvCxnSpPr>
        <p:spPr>
          <a:xfrm>
            <a:off x="5231538" y="141913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82E1F93-1D25-8DF2-C0C0-CE241D060CC8}"/>
              </a:ext>
            </a:extLst>
          </p:cNvPr>
          <p:cNvCxnSpPr>
            <a:cxnSpLocks/>
          </p:cNvCxnSpPr>
          <p:nvPr/>
        </p:nvCxnSpPr>
        <p:spPr>
          <a:xfrm>
            <a:off x="5929791" y="141913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0662D14-6885-10D1-F296-95791CDEE0C1}"/>
              </a:ext>
            </a:extLst>
          </p:cNvPr>
          <p:cNvCxnSpPr>
            <a:cxnSpLocks/>
          </p:cNvCxnSpPr>
          <p:nvPr/>
        </p:nvCxnSpPr>
        <p:spPr>
          <a:xfrm>
            <a:off x="6628044" y="141913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FF04D37-4ED8-71F6-0923-2A540FD999E6}"/>
              </a:ext>
            </a:extLst>
          </p:cNvPr>
          <p:cNvCxnSpPr>
            <a:cxnSpLocks/>
          </p:cNvCxnSpPr>
          <p:nvPr/>
        </p:nvCxnSpPr>
        <p:spPr>
          <a:xfrm>
            <a:off x="7326297" y="141913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BC99CF3-0E35-EE85-CEA3-D064125D4442}"/>
              </a:ext>
            </a:extLst>
          </p:cNvPr>
          <p:cNvCxnSpPr>
            <a:cxnSpLocks/>
          </p:cNvCxnSpPr>
          <p:nvPr/>
        </p:nvCxnSpPr>
        <p:spPr>
          <a:xfrm>
            <a:off x="8024550" y="141913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EC7D830-9B9E-0E5C-BBBD-3AFBF285DF1E}"/>
              </a:ext>
            </a:extLst>
          </p:cNvPr>
          <p:cNvCxnSpPr>
            <a:cxnSpLocks/>
          </p:cNvCxnSpPr>
          <p:nvPr/>
        </p:nvCxnSpPr>
        <p:spPr>
          <a:xfrm>
            <a:off x="8722803" y="141913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335201-B9E9-98AE-4573-D01020DA9035}"/>
              </a:ext>
            </a:extLst>
          </p:cNvPr>
          <p:cNvCxnSpPr>
            <a:cxnSpLocks/>
          </p:cNvCxnSpPr>
          <p:nvPr/>
        </p:nvCxnSpPr>
        <p:spPr>
          <a:xfrm>
            <a:off x="9421059" y="141913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55CA8ED-CD20-2A08-F35D-5B920244A7D3}"/>
              </a:ext>
            </a:extLst>
          </p:cNvPr>
          <p:cNvCxnSpPr/>
          <p:nvPr/>
        </p:nvCxnSpPr>
        <p:spPr>
          <a:xfrm>
            <a:off x="10400685" y="141913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DEC9F1B-85D1-DCB7-6774-9A8CAE2092A8}"/>
              </a:ext>
            </a:extLst>
          </p:cNvPr>
          <p:cNvSpPr txBox="1"/>
          <p:nvPr/>
        </p:nvSpPr>
        <p:spPr>
          <a:xfrm>
            <a:off x="9713492" y="1229093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D6528E5-0505-E5AD-77A9-6B129B6CFDD5}"/>
              </a:ext>
            </a:extLst>
          </p:cNvPr>
          <p:cNvSpPr txBox="1"/>
          <p:nvPr/>
        </p:nvSpPr>
        <p:spPr>
          <a:xfrm>
            <a:off x="223913" y="765486"/>
            <a:ext cx="3040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cannot do this.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9FE3BFF-B05F-D0C7-DA3C-EA3F5EB17A92}"/>
              </a:ext>
            </a:extLst>
          </p:cNvPr>
          <p:cNvCxnSpPr>
            <a:cxnSpLocks/>
          </p:cNvCxnSpPr>
          <p:nvPr/>
        </p:nvCxnSpPr>
        <p:spPr>
          <a:xfrm flipH="1">
            <a:off x="3135088" y="163280"/>
            <a:ext cx="8860971" cy="20900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5A100CE-8F6C-474E-A12B-5F8FB95B3F18}"/>
              </a:ext>
            </a:extLst>
          </p:cNvPr>
          <p:cNvCxnSpPr>
            <a:cxnSpLocks/>
          </p:cNvCxnSpPr>
          <p:nvPr/>
        </p:nvCxnSpPr>
        <p:spPr>
          <a:xfrm flipH="1" flipV="1">
            <a:off x="3135088" y="163280"/>
            <a:ext cx="8860971" cy="20900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F6834F9D-39E9-D2CE-2AEE-77AF010E0360}"/>
              </a:ext>
            </a:extLst>
          </p:cNvPr>
          <p:cNvSpPr/>
          <p:nvPr/>
        </p:nvSpPr>
        <p:spPr>
          <a:xfrm>
            <a:off x="6707624" y="2698318"/>
            <a:ext cx="825286" cy="1033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7125051-CEC8-2F73-D3E1-21C336B99F93}"/>
              </a:ext>
            </a:extLst>
          </p:cNvPr>
          <p:cNvCxnSpPr>
            <a:cxnSpLocks/>
          </p:cNvCxnSpPr>
          <p:nvPr/>
        </p:nvCxnSpPr>
        <p:spPr>
          <a:xfrm>
            <a:off x="7120267" y="2801619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4B7C833A-257C-AF9D-B52B-04C25BD7E228}"/>
              </a:ext>
            </a:extLst>
          </p:cNvPr>
          <p:cNvSpPr/>
          <p:nvPr/>
        </p:nvSpPr>
        <p:spPr>
          <a:xfrm>
            <a:off x="6783810" y="3264167"/>
            <a:ext cx="672914" cy="143284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672EBC5-10CD-7F35-6542-0BF406AA3BC4}"/>
              </a:ext>
            </a:extLst>
          </p:cNvPr>
          <p:cNvCxnSpPr>
            <a:cxnSpLocks/>
          </p:cNvCxnSpPr>
          <p:nvPr/>
        </p:nvCxnSpPr>
        <p:spPr>
          <a:xfrm>
            <a:off x="7120267" y="342210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98855124-0E0B-F2DD-4204-F6691AFB247D}"/>
              </a:ext>
            </a:extLst>
          </p:cNvPr>
          <p:cNvSpPr/>
          <p:nvPr/>
        </p:nvSpPr>
        <p:spPr>
          <a:xfrm>
            <a:off x="6783810" y="3884655"/>
            <a:ext cx="672914" cy="143284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D71C0AB-017F-DE62-499B-BF3177B55B99}"/>
              </a:ext>
            </a:extLst>
          </p:cNvPr>
          <p:cNvCxnSpPr>
            <a:cxnSpLocks/>
          </p:cNvCxnSpPr>
          <p:nvPr/>
        </p:nvCxnSpPr>
        <p:spPr>
          <a:xfrm>
            <a:off x="7120267" y="404259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4D89DFEC-7711-7E58-3125-A8E1103E8AA6}"/>
              </a:ext>
            </a:extLst>
          </p:cNvPr>
          <p:cNvSpPr/>
          <p:nvPr/>
        </p:nvSpPr>
        <p:spPr>
          <a:xfrm>
            <a:off x="6783810" y="4505145"/>
            <a:ext cx="672914" cy="143284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ED77B7B-4F7D-60F6-0133-A6627237B80C}"/>
              </a:ext>
            </a:extLst>
          </p:cNvPr>
          <p:cNvCxnSpPr>
            <a:cxnSpLocks/>
          </p:cNvCxnSpPr>
          <p:nvPr/>
        </p:nvCxnSpPr>
        <p:spPr>
          <a:xfrm>
            <a:off x="7120267" y="5207369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40BA982E-4ACF-A07C-2893-B5016DC9511E}"/>
              </a:ext>
            </a:extLst>
          </p:cNvPr>
          <p:cNvSpPr/>
          <p:nvPr/>
        </p:nvSpPr>
        <p:spPr>
          <a:xfrm>
            <a:off x="6783810" y="5669917"/>
            <a:ext cx="672914" cy="143284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8F9F45-076B-48F4-F6C7-9B3939F376ED}"/>
              </a:ext>
            </a:extLst>
          </p:cNvPr>
          <p:cNvSpPr txBox="1"/>
          <p:nvPr/>
        </p:nvSpPr>
        <p:spPr>
          <a:xfrm>
            <a:off x="6838780" y="4469147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B0F5C78-0A37-12CC-3E94-934783B24D8B}"/>
              </a:ext>
            </a:extLst>
          </p:cNvPr>
          <p:cNvSpPr/>
          <p:nvPr/>
        </p:nvSpPr>
        <p:spPr>
          <a:xfrm>
            <a:off x="6707624" y="6301488"/>
            <a:ext cx="825286" cy="1033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4003EDC-FA56-A3F6-F4C7-71ABAFF7ADA4}"/>
              </a:ext>
            </a:extLst>
          </p:cNvPr>
          <p:cNvCxnSpPr>
            <a:cxnSpLocks/>
          </p:cNvCxnSpPr>
          <p:nvPr/>
        </p:nvCxnSpPr>
        <p:spPr>
          <a:xfrm>
            <a:off x="7120267" y="581320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AB320E0-8634-2914-210B-C64310799211}"/>
              </a:ext>
            </a:extLst>
          </p:cNvPr>
          <p:cNvSpPr txBox="1"/>
          <p:nvPr/>
        </p:nvSpPr>
        <p:spPr>
          <a:xfrm>
            <a:off x="318857" y="3024681"/>
            <a:ext cx="30407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have to do this.</a:t>
            </a:r>
          </a:p>
          <a:p>
            <a:r>
              <a:rPr lang="en-US" dirty="0"/>
              <a:t>This takes a parallel code and makes it operate as if it is serial code.</a:t>
            </a:r>
          </a:p>
          <a:p>
            <a:endParaRPr lang="en-US" dirty="0"/>
          </a:p>
          <a:p>
            <a:r>
              <a:rPr lang="en-US" dirty="0"/>
              <a:t>Example:  You have 1000 threads to work concurrently.  Now you have 1000 threads operating serially.</a:t>
            </a:r>
          </a:p>
          <a:p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BC24D83-668D-EE26-084D-C12F26925D2C}"/>
              </a:ext>
            </a:extLst>
          </p:cNvPr>
          <p:cNvSpPr txBox="1"/>
          <p:nvPr/>
        </p:nvSpPr>
        <p:spPr>
          <a:xfrm>
            <a:off x="7960803" y="4147457"/>
            <a:ext cx="4121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disaster:  serial execution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072097-7E18-0565-B662-6087B4BAD7CA}"/>
              </a:ext>
            </a:extLst>
          </p:cNvPr>
          <p:cNvSpPr txBox="1"/>
          <p:nvPr/>
        </p:nvSpPr>
        <p:spPr>
          <a:xfrm>
            <a:off x="4169242" y="6798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73CFE5-0D15-318F-F297-B0885E468BF6}"/>
              </a:ext>
            </a:extLst>
          </p:cNvPr>
          <p:cNvSpPr txBox="1"/>
          <p:nvPr/>
        </p:nvSpPr>
        <p:spPr>
          <a:xfrm>
            <a:off x="4909472" y="67985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0E9ABE-99D4-4FDE-D619-7D4AB9BB34AD}"/>
              </a:ext>
            </a:extLst>
          </p:cNvPr>
          <p:cNvSpPr txBox="1"/>
          <p:nvPr/>
        </p:nvSpPr>
        <p:spPr>
          <a:xfrm>
            <a:off x="5553071" y="76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340FA-A0E2-0E2F-C0D5-D3D1AE526DF0}"/>
              </a:ext>
            </a:extLst>
          </p:cNvPr>
          <p:cNvSpPr txBox="1"/>
          <p:nvPr/>
        </p:nvSpPr>
        <p:spPr>
          <a:xfrm>
            <a:off x="6338327" y="60482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2D7DB-D40B-C13B-6359-297C20A86468}"/>
              </a:ext>
            </a:extLst>
          </p:cNvPr>
          <p:cNvSpPr txBox="1"/>
          <p:nvPr/>
        </p:nvSpPr>
        <p:spPr>
          <a:xfrm>
            <a:off x="8825265" y="777497"/>
            <a:ext cx="630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(n-1)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55452-D419-5D0E-0174-58691361F386}"/>
              </a:ext>
            </a:extLst>
          </p:cNvPr>
          <p:cNvSpPr txBox="1"/>
          <p:nvPr/>
        </p:nvSpPr>
        <p:spPr>
          <a:xfrm>
            <a:off x="10523175" y="6353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681BA-F6E0-8831-8DE4-896072285172}"/>
              </a:ext>
            </a:extLst>
          </p:cNvPr>
          <p:cNvSpPr txBox="1"/>
          <p:nvPr/>
        </p:nvSpPr>
        <p:spPr>
          <a:xfrm>
            <a:off x="6730765" y="286664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81885-8992-C51D-5E06-DE058E929D84}"/>
              </a:ext>
            </a:extLst>
          </p:cNvPr>
          <p:cNvSpPr txBox="1"/>
          <p:nvPr/>
        </p:nvSpPr>
        <p:spPr>
          <a:xfrm>
            <a:off x="6730765" y="348378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33E078-6B99-B305-4A23-E7C3FC7C41D3}"/>
              </a:ext>
            </a:extLst>
          </p:cNvPr>
          <p:cNvSpPr txBox="1"/>
          <p:nvPr/>
        </p:nvSpPr>
        <p:spPr>
          <a:xfrm>
            <a:off x="6730765" y="406387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5861D-A8B6-FF59-ABB7-F3786424108E}"/>
              </a:ext>
            </a:extLst>
          </p:cNvPr>
          <p:cNvSpPr txBox="1"/>
          <p:nvPr/>
        </p:nvSpPr>
        <p:spPr>
          <a:xfrm>
            <a:off x="6408306" y="5208694"/>
            <a:ext cx="630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(n-1)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CEE6E5-8DA6-7C4F-D0F1-73CE152E9BB7}"/>
              </a:ext>
            </a:extLst>
          </p:cNvPr>
          <p:cNvSpPr txBox="1"/>
          <p:nvPr/>
        </p:nvSpPr>
        <p:spPr>
          <a:xfrm>
            <a:off x="6727559" y="585590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945569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72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13</cp:revision>
  <dcterms:created xsi:type="dcterms:W3CDTF">2025-02-25T19:42:40Z</dcterms:created>
  <dcterms:modified xsi:type="dcterms:W3CDTF">2025-09-25T18:01:07Z</dcterms:modified>
</cp:coreProperties>
</file>
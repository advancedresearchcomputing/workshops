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3A0B2-0236-5EF8-29CA-E739C4763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EEE58-4B70-2808-ECD6-A6BAB9FCD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68871-7383-C4E4-54EB-CD702ECF9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6A9AF-DDCA-5927-89E3-9B6EC52A3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29C8A-A807-ED56-6858-D8C2F58E8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8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80218-53A0-882E-4F3E-D686E75FE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D58AF-7DCA-5E9C-13DF-E32E730C4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044E9-4424-799A-C0D5-B4F4A09F7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995E6-2CF3-C650-7D8F-3BC956DE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CB4BE-4E57-5EAB-FCDE-1AACFCEF7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93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839D-67AC-1B15-D275-FB0E10F15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6510C-422C-5B31-7F5F-92200C2E7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E6AA1-4F5A-D192-EE26-3D428908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74743-D2E2-568F-8AB6-1D8283775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B17A0-3F0D-7C7B-AD78-5424C9EEE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04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847E-E46C-5A8A-35CF-C65F5905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7E5A6-46E8-6EDB-0CA4-F08EA0AD2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F0E62-2C7B-2DDC-9586-9DF37FA09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982AE-49E4-A825-2181-81720257C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147D8-16EF-BBD5-5289-CD9BB0041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3E529-E376-EBF0-51AC-DAB6AC3F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3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CEB43-D0A8-90DE-9FA9-C4D14881E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83871-9E02-CA7A-70CE-5848734F3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83E6A-2B43-0B33-03CE-6D418AC2A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3465A6-926E-204F-45F0-EED48045B8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1EC162-0B79-8D5D-E106-B20D4EDB9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59797A-EF09-E7D5-A45E-3B5CA458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65135A-47AC-78FC-2A5C-5B60D07B2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F88120-2ED8-3D94-6FC2-9CB89663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17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9D17-F3DD-32C0-084D-A74DFF618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DA1545-3191-E646-B9CA-A4B50A8B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28040-9F1A-3E97-6663-AF155FE30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3A55B-80ED-0468-99E3-FD42689A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64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B075D-D826-6C6C-DE5D-DCE21284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9867CF-E6B8-2E94-4629-6695B028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B781A-EF48-C6E1-0D37-6AE78E5F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7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17EA-3C70-FC14-3064-F01F2ED8E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051FF-4566-44EA-3FA6-5D3FBC17D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F9851-4E89-0156-7AC6-052F65E72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A612E-5AC3-6D97-B0FC-F561FE589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1D8E6-704B-DF60-EA66-55A9A203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F7083-71B6-67E7-1F1A-1CA069D2B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60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35F8B-F37F-3FD1-A793-5F8A3F8F7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4C4F81-D5B1-0D22-2EB8-C05864858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793C4-5E5A-696D-FFCE-69D6236C4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D6C4B-2940-9B81-C890-DF0F3230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509C9-5AE1-3132-E075-0EA37B5CB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D1D31-14C3-0B81-3A44-D5872A226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6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3531E-8BB6-6463-BEDB-78CD5AD7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F4D60-4C78-4517-66B2-770CDB8A0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B84EA-0890-783F-D30E-145413EC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C0DC0-925D-335E-AF62-8DC0B13C6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58060-2B12-91F5-9A82-16EDC663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37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57F7B1-9BD3-40E0-875E-E4FDE08E79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A5749-05FF-EC3F-F772-31531FA72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A91E4-AB62-88AB-A7DC-42C32D2B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6A0CD-D4DF-039E-9D6A-0A4AAED0F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72100-FC4B-861B-4BE1-23C6DA1D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D80591-B7F6-E48A-D128-F4B03339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3239D-CBA1-1FFE-97D8-5D4CE88A5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E2B91-6362-8DF2-37B5-5869B3E46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386EFB-BF3A-E44F-8706-07EE3741FB6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F4B8D-EC15-EB11-025F-FFBD8CB9C0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0C0A9-947E-DAAF-59B5-C2026DB5B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94AA7-98DC-1349-8420-BBA90913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37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08EC32-ACC1-4EAC-0A72-1AB574CCBAFF}"/>
              </a:ext>
            </a:extLst>
          </p:cNvPr>
          <p:cNvSpPr txBox="1"/>
          <p:nvPr/>
        </p:nvSpPr>
        <p:spPr>
          <a:xfrm>
            <a:off x="1676400" y="402771"/>
            <a:ext cx="3551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Alternative:  A container approach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18F20C-2B14-C4B6-8AA7-D0D61B5AADAF}"/>
              </a:ext>
            </a:extLst>
          </p:cNvPr>
          <p:cNvSpPr/>
          <p:nvPr/>
        </p:nvSpPr>
        <p:spPr>
          <a:xfrm>
            <a:off x="1132114" y="1393371"/>
            <a:ext cx="4278086" cy="33092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B3BC25-8B9F-5C28-85A2-41A40FA79C74}"/>
              </a:ext>
            </a:extLst>
          </p:cNvPr>
          <p:cNvSpPr txBox="1"/>
          <p:nvPr/>
        </p:nvSpPr>
        <p:spPr>
          <a:xfrm>
            <a:off x="1230085" y="1524000"/>
            <a:ext cx="1137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921A45-618A-C932-29A7-46B6B2918E02}"/>
              </a:ext>
            </a:extLst>
          </p:cNvPr>
          <p:cNvSpPr/>
          <p:nvPr/>
        </p:nvSpPr>
        <p:spPr>
          <a:xfrm>
            <a:off x="1698169" y="2057401"/>
            <a:ext cx="1393371" cy="6422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Codes (for execution)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F59538-EEF4-2095-2629-2E05B77AF279}"/>
              </a:ext>
            </a:extLst>
          </p:cNvPr>
          <p:cNvSpPr/>
          <p:nvPr/>
        </p:nvSpPr>
        <p:spPr>
          <a:xfrm>
            <a:off x="3461656" y="2057401"/>
            <a:ext cx="1393371" cy="6422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scripts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FFA78D-5197-F2FE-A304-FA7DAEF277BF}"/>
              </a:ext>
            </a:extLst>
          </p:cNvPr>
          <p:cNvSpPr/>
          <p:nvPr/>
        </p:nvSpPr>
        <p:spPr>
          <a:xfrm>
            <a:off x="3461656" y="3165412"/>
            <a:ext cx="1393371" cy="6422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 space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93BE66-F4EC-BE63-DB4E-EA25FF53FE28}"/>
              </a:ext>
            </a:extLst>
          </p:cNvPr>
          <p:cNvSpPr/>
          <p:nvPr/>
        </p:nvSpPr>
        <p:spPr>
          <a:xfrm>
            <a:off x="1230085" y="4920343"/>
            <a:ext cx="4082143" cy="5442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Binding capability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8B64CE-630C-3CA3-4902-4C02663ACBC1}"/>
              </a:ext>
            </a:extLst>
          </p:cNvPr>
          <p:cNvSpPr/>
          <p:nvPr/>
        </p:nvSpPr>
        <p:spPr>
          <a:xfrm>
            <a:off x="1469571" y="3048000"/>
            <a:ext cx="1801585" cy="12020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Application environments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(modules, VEs)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4FE263-9349-045E-F329-DDEFA1926221}"/>
              </a:ext>
            </a:extLst>
          </p:cNvPr>
          <p:cNvSpPr txBox="1"/>
          <p:nvPr/>
        </p:nvSpPr>
        <p:spPr>
          <a:xfrm>
            <a:off x="7598229" y="402771"/>
            <a:ext cx="2447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432FF"/>
                </a:solidFill>
              </a:rPr>
              <a:t>High-Level Perspective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5C2CB5-E1B0-F588-3D55-FF657A02D431}"/>
              </a:ext>
            </a:extLst>
          </p:cNvPr>
          <p:cNvSpPr txBox="1"/>
          <p:nvPr/>
        </p:nvSpPr>
        <p:spPr>
          <a:xfrm>
            <a:off x="6588088" y="962668"/>
            <a:ext cx="450445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/>
              <a:t>You build a container with the codes (apps) and scripts, and environment needed to run the container.</a:t>
            </a:r>
          </a:p>
          <a:p>
            <a:pPr marL="342900" indent="-342900">
              <a:buAutoNum type="arabicPeriod"/>
            </a:pPr>
            <a:r>
              <a:rPr lang="en-US" sz="1600" dirty="0"/>
              <a:t>You give the container to other.</a:t>
            </a:r>
          </a:p>
          <a:p>
            <a:pPr marL="342900" indent="-342900">
              <a:buAutoNum type="arabicPeriod"/>
            </a:pPr>
            <a:r>
              <a:rPr lang="en-US" sz="1600" dirty="0"/>
              <a:t>Other runs the apps from within the container (variations on this).</a:t>
            </a:r>
          </a:p>
          <a:p>
            <a:pPr marL="342900" indent="-342900">
              <a:buAutoNum type="arabicPeriod"/>
            </a:pPr>
            <a:r>
              <a:rPr lang="en-US" sz="1600" dirty="0"/>
              <a:t>Other need not have any source code, libraries, compilers, modules, etc. loaded on their system.</a:t>
            </a:r>
          </a:p>
          <a:p>
            <a:pPr marL="342900" indent="-342900">
              <a:buAutoNum type="arabicPeriod"/>
            </a:pPr>
            <a:r>
              <a:rPr lang="en-US" sz="1600" dirty="0"/>
              <a:t>“Their system” can be a different cluster, a different type of machine (e.g., laptop).</a:t>
            </a:r>
          </a:p>
          <a:p>
            <a:pPr marL="342900" indent="-342900">
              <a:buAutoNum type="arabicPeriod"/>
            </a:pPr>
            <a:r>
              <a:rPr lang="en-US" sz="1600" dirty="0"/>
              <a:t>Other’s OS need not be the same on which the container was built.</a:t>
            </a:r>
          </a:p>
          <a:p>
            <a:pPr marL="800100" lvl="1" indent="-342900">
              <a:buAutoNum type="arabicPeriod"/>
            </a:pPr>
            <a:r>
              <a:rPr lang="en-US" sz="1600" dirty="0"/>
              <a:t>But if you are not using a Linux OS, then you have to do extra work (e.g., Windows, Mac).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6F52F39-7854-36A3-7472-A2C0059089C7}"/>
              </a:ext>
            </a:extLst>
          </p:cNvPr>
          <p:cNvGrpSpPr/>
          <p:nvPr/>
        </p:nvGrpSpPr>
        <p:grpSpPr>
          <a:xfrm>
            <a:off x="7782375" y="5185106"/>
            <a:ext cx="2079171" cy="1570758"/>
            <a:chOff x="8137344" y="5105086"/>
            <a:chExt cx="2079171" cy="157075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77D310-8C04-61B3-2CA0-48D33AF67DC5}"/>
                </a:ext>
              </a:extLst>
            </p:cNvPr>
            <p:cNvSpPr txBox="1"/>
            <p:nvPr/>
          </p:nvSpPr>
          <p:spPr>
            <a:xfrm>
              <a:off x="8308167" y="5475515"/>
              <a:ext cx="173752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Portability</a:t>
              </a:r>
            </a:p>
            <a:p>
              <a:r>
                <a:rPr lang="en-US" dirty="0"/>
                <a:t>Customizability</a:t>
              </a:r>
            </a:p>
            <a:p>
              <a:r>
                <a:rPr lang="en-US" dirty="0"/>
                <a:t>Sameness</a:t>
              </a:r>
            </a:p>
            <a:p>
              <a:r>
                <a:rPr lang="en-US" dirty="0"/>
                <a:t>Permanence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0FDE5B-CD1D-C2B4-4497-F0FC98C014CB}"/>
                </a:ext>
              </a:extLst>
            </p:cNvPr>
            <p:cNvSpPr txBox="1"/>
            <p:nvPr/>
          </p:nvSpPr>
          <p:spPr>
            <a:xfrm>
              <a:off x="8137344" y="5105086"/>
              <a:ext cx="20791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432FF"/>
                  </a:solidFill>
                </a:rPr>
                <a:t>Realized Features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4695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155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5</cp:revision>
  <dcterms:created xsi:type="dcterms:W3CDTF">2026-04-20T17:36:51Z</dcterms:created>
  <dcterms:modified xsi:type="dcterms:W3CDTF">2026-07-15T16:50:52Z</dcterms:modified>
</cp:coreProperties>
</file>
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32FF"/>
    <a:srgbClr val="FF4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>
      <p:cViewPr varScale="1">
        <p:scale>
          <a:sx n="117" d="100"/>
          <a:sy n="117" d="100"/>
        </p:scale>
        <p:origin x="80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13A0B2-0236-5EF8-29CA-E739C47639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AEEE58-4B70-2808-ECD6-A6BAB9FCD5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C68871-7383-C4E4-54EB-CD702ECF96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86EFB-BF3A-E44F-8706-07EE3741FB69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E6A9AF-DDCA-5927-89E3-9B6EC52A3F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C29C8A-A807-ED56-6858-D8C2F58E8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94AA7-98DC-1349-8420-BBA90913D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91875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A80218-53A0-882E-4F3E-D686E75FE4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4D58AF-7DCA-5E9C-13DF-E32E730C42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6044E9-4424-799A-C0D5-B4F4A09F7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86EFB-BF3A-E44F-8706-07EE3741FB69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1995E6-2CF3-C650-7D8F-3BC956DE38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2CB4BE-4E57-5EAB-FCDE-1AACFCEF7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94AA7-98DC-1349-8420-BBA90913D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5935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B839D-67AC-1B15-D275-FB0E10F15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F6510C-422C-5B31-7F5F-92200C2E70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9E6AA1-4F5A-D192-EE26-3D4289083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86EFB-BF3A-E44F-8706-07EE3741FB69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F74743-D2E2-568F-8AB6-1D8283775C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7B17A0-3F0D-7C7B-AD78-5424C9EEEB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94AA7-98DC-1349-8420-BBA90913D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8041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C6847E-E46C-5A8A-35CF-C65F5905C9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37E5A6-46E8-6EDB-0CA4-F08EA0AD29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0F0E62-2C7B-2DDC-9586-9DF37FA098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0982AE-49E4-A825-2181-81720257CC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86EFB-BF3A-E44F-8706-07EE3741FB69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F147D8-16EF-BBD5-5289-CD9BB0041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23E529-E376-EBF0-51AC-DAB6AC3F4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94AA7-98DC-1349-8420-BBA90913D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64336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BCEB43-D0A8-90DE-9FA9-C4D14881E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883871-9E02-CA7A-70CE-5848734F30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983E6A-2B43-0B33-03CE-6D418AC2AB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D3465A6-926E-204F-45F0-EED48045B81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1EC162-0B79-8D5D-E106-B20D4EDB95B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D59797A-EF09-E7D5-A45E-3B5CA458C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86EFB-BF3A-E44F-8706-07EE3741FB69}" type="datetimeFigureOut">
              <a:rPr lang="en-US" smtClean="0"/>
              <a:t>4/20/26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865135A-47AC-78FC-2A5C-5B60D07B2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5F88120-2ED8-3D94-6FC2-9CB896634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94AA7-98DC-1349-8420-BBA90913D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5174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29D17-F3DD-32C0-084D-A74DFF6180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6DA1545-3191-E646-B9CA-A4B50A8BAA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86EFB-BF3A-E44F-8706-07EE3741FB69}" type="datetimeFigureOut">
              <a:rPr lang="en-US" smtClean="0"/>
              <a:t>4/20/26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728040-9F1A-3E97-6663-AF155FE304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73A55B-80ED-0468-99E3-FD42689AA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94AA7-98DC-1349-8420-BBA90913D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05645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9BB075D-D826-6C6C-DE5D-DCE2128470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86EFB-BF3A-E44F-8706-07EE3741FB69}" type="datetimeFigureOut">
              <a:rPr lang="en-US" smtClean="0"/>
              <a:t>4/20/26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9867CF-E6B8-2E94-4629-6695B02833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CB781A-EF48-C6E1-0D37-6AE78E5F5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94AA7-98DC-1349-8420-BBA90913D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791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0E17EA-3C70-FC14-3064-F01F2ED8E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051FF-4566-44EA-3FA6-5D3FBC17D7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EF9851-4E89-0156-7AC6-052F65E724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7A612E-5AC3-6D97-B0FC-F561FE589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86EFB-BF3A-E44F-8706-07EE3741FB69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D1D8E6-704B-DF60-EA66-55A9A203F9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EF7083-71B6-67E7-1F1A-1CA069D2B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94AA7-98DC-1349-8420-BBA90913D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43604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35F8B-F37F-3FD1-A793-5F8A3F8F7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4C4F81-D5B1-0D22-2EB8-C058648588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F793C4-5E5A-696D-FFCE-69D6236C4B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DD6C4B-2940-9B81-C890-DF0F3230D0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86EFB-BF3A-E44F-8706-07EE3741FB69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2509C9-5AE1-3132-E075-0EA37B5CBD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8D1D31-14C3-0B81-3A44-D5872A226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94AA7-98DC-1349-8420-BBA90913D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8567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E3531E-8BB6-6463-BEDB-78CD5AD75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5F4D60-4C78-4517-66B2-770CDB8A01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CB84EA-0890-783F-D30E-145413EC07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86EFB-BF3A-E44F-8706-07EE3741FB69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CC0DC0-925D-335E-AF62-8DC0B13C62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C58060-2B12-91F5-9A82-16EDC66382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94AA7-98DC-1349-8420-BBA90913D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80378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357F7B1-9BD3-40E0-875E-E4FDE08E79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BA5749-05FF-EC3F-F772-31531FA72E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2A91E4-AB62-88AB-A7DC-42C32D2BE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86EFB-BF3A-E44F-8706-07EE3741FB69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C6A0CD-D4DF-039E-9D6A-0A4AAED0F6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F72100-FC4B-861B-4BE1-23C6DA1D9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94AA7-98DC-1349-8420-BBA90913D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13390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D80591-B7F6-E48A-D128-F4B03339DB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B3239D-CBA1-1FFE-97D8-5D4CE88A57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9E2B91-6362-8DF2-37B5-5869B3E4637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386EFB-BF3A-E44F-8706-07EE3741FB69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7F4B8D-EC15-EB11-025F-FFBD8CB9C0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C0C0A9-947E-DAAF-59B5-C2026DB5B9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F94AA7-98DC-1349-8420-BBA90913D0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7378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FED8E-0702-B8E4-A160-0F1B087A8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1F3F67BA-244A-8B22-7198-3B5982F5E521}"/>
              </a:ext>
            </a:extLst>
          </p:cNvPr>
          <p:cNvSpPr/>
          <p:nvPr/>
        </p:nvSpPr>
        <p:spPr>
          <a:xfrm>
            <a:off x="6539625" y="4061047"/>
            <a:ext cx="4365621" cy="113481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660B119-3A73-74E8-C867-AB0140BB3B70}"/>
              </a:ext>
            </a:extLst>
          </p:cNvPr>
          <p:cNvSpPr/>
          <p:nvPr/>
        </p:nvSpPr>
        <p:spPr>
          <a:xfrm>
            <a:off x="1077236" y="4061046"/>
            <a:ext cx="4365621" cy="106431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707764D-04ED-06D5-1E24-7AB4BBAF7FEA}"/>
              </a:ext>
            </a:extLst>
          </p:cNvPr>
          <p:cNvSpPr/>
          <p:nvPr/>
        </p:nvSpPr>
        <p:spPr>
          <a:xfrm>
            <a:off x="6539625" y="1236829"/>
            <a:ext cx="4365621" cy="233513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2AC2DED-32CC-0E67-D9C9-36C30D3DCD77}"/>
              </a:ext>
            </a:extLst>
          </p:cNvPr>
          <p:cNvSpPr/>
          <p:nvPr/>
        </p:nvSpPr>
        <p:spPr>
          <a:xfrm>
            <a:off x="1077236" y="1236829"/>
            <a:ext cx="4365621" cy="233513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E8C917D-56D3-6F1B-2CB9-BDA328ADFCE4}"/>
              </a:ext>
            </a:extLst>
          </p:cNvPr>
          <p:cNvSpPr txBox="1"/>
          <p:nvPr/>
        </p:nvSpPr>
        <p:spPr>
          <a:xfrm flipH="1">
            <a:off x="1077236" y="726510"/>
            <a:ext cx="50187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</a:rPr>
              <a:t>Classic Use Case:  Running Compiled Code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1F30FB-8692-C516-19E4-7FE10C77820E}"/>
              </a:ext>
            </a:extLst>
          </p:cNvPr>
          <p:cNvSpPr txBox="1"/>
          <p:nvPr/>
        </p:nvSpPr>
        <p:spPr>
          <a:xfrm flipH="1">
            <a:off x="6440463" y="726510"/>
            <a:ext cx="50187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</a:rPr>
              <a:t>Classic Use Case:  Running Interpreted Code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3B6E4C-EEA3-CD05-B716-8B39A4BD3832}"/>
              </a:ext>
            </a:extLst>
          </p:cNvPr>
          <p:cNvSpPr txBox="1"/>
          <p:nvPr/>
        </p:nvSpPr>
        <p:spPr>
          <a:xfrm>
            <a:off x="1164921" y="2024147"/>
            <a:ext cx="414491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Need:</a:t>
            </a:r>
          </a:p>
          <a:p>
            <a:pPr marL="342900" indent="-342900">
              <a:buAutoNum type="arabicPeriod"/>
            </a:pPr>
            <a:r>
              <a:rPr lang="en-US" dirty="0"/>
              <a:t>Module system and assoc. software.</a:t>
            </a:r>
          </a:p>
          <a:p>
            <a:pPr marL="342900" indent="-342900">
              <a:buAutoNum type="arabicPeriod"/>
            </a:pPr>
            <a:r>
              <a:rPr lang="en-US" dirty="0"/>
              <a:t>Compiler.</a:t>
            </a:r>
          </a:p>
          <a:p>
            <a:pPr marL="342900" indent="-342900">
              <a:buAutoNum type="arabicPeriod"/>
            </a:pPr>
            <a:r>
              <a:rPr lang="en-US" dirty="0"/>
              <a:t>Libraries (archives and so’s).</a:t>
            </a:r>
          </a:p>
          <a:p>
            <a:pPr marL="342900" indent="-342900">
              <a:buAutoNum type="arabicPeriod"/>
            </a:pPr>
            <a:r>
              <a:rPr lang="en-US" dirty="0" err="1"/>
              <a:t>Makefile</a:t>
            </a:r>
            <a:r>
              <a:rPr lang="en-US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E4F534-EDAC-650B-F919-6C44F93929FB}"/>
              </a:ext>
            </a:extLst>
          </p:cNvPr>
          <p:cNvSpPr txBox="1"/>
          <p:nvPr/>
        </p:nvSpPr>
        <p:spPr>
          <a:xfrm>
            <a:off x="6578252" y="2024147"/>
            <a:ext cx="414491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Need:</a:t>
            </a:r>
          </a:p>
          <a:p>
            <a:pPr marL="342900" indent="-342900">
              <a:buAutoNum type="arabicPeriod"/>
            </a:pPr>
            <a:r>
              <a:rPr lang="en-US" dirty="0"/>
              <a:t>Module system and assoc. software.</a:t>
            </a:r>
          </a:p>
          <a:p>
            <a:pPr marL="342900" indent="-342900">
              <a:buAutoNum type="arabicPeriod"/>
            </a:pPr>
            <a:r>
              <a:rPr lang="en-US" dirty="0"/>
              <a:t>Virtual environment.</a:t>
            </a:r>
          </a:p>
          <a:p>
            <a:pPr marL="342900" indent="-342900">
              <a:buAutoNum type="arabicPeriod"/>
            </a:pPr>
            <a:r>
              <a:rPr lang="en-US" dirty="0"/>
              <a:t>Packages.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9F43B9-8D44-3141-5DEA-7FE22F8A3ECF}"/>
              </a:ext>
            </a:extLst>
          </p:cNvPr>
          <p:cNvSpPr txBox="1"/>
          <p:nvPr/>
        </p:nvSpPr>
        <p:spPr>
          <a:xfrm>
            <a:off x="1164921" y="1236829"/>
            <a:ext cx="33902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Precondition:</a:t>
            </a:r>
          </a:p>
          <a:p>
            <a:r>
              <a:rPr lang="en-US" dirty="0"/>
              <a:t>PL source code in a </a:t>
            </a:r>
            <a:r>
              <a:rPr lang="en-US" dirty="0" err="1"/>
              <a:t>Github</a:t>
            </a:r>
            <a:r>
              <a:rPr lang="en-US" dirty="0"/>
              <a:t> repo.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90098B-4BD9-625F-E3FA-DA5F2E5DE9D2}"/>
              </a:ext>
            </a:extLst>
          </p:cNvPr>
          <p:cNvSpPr txBox="1"/>
          <p:nvPr/>
        </p:nvSpPr>
        <p:spPr>
          <a:xfrm>
            <a:off x="6578252" y="1236829"/>
            <a:ext cx="33902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Precondition:</a:t>
            </a:r>
          </a:p>
          <a:p>
            <a:r>
              <a:rPr lang="en-US" dirty="0"/>
              <a:t>PL source code in a </a:t>
            </a:r>
            <a:r>
              <a:rPr lang="en-US" dirty="0" err="1"/>
              <a:t>Github</a:t>
            </a:r>
            <a:r>
              <a:rPr lang="en-US" dirty="0"/>
              <a:t> repo.</a:t>
            </a:r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C102A18B-9605-8178-07D3-C46D301962F6}"/>
              </a:ext>
            </a:extLst>
          </p:cNvPr>
          <p:cNvSpPr/>
          <p:nvPr/>
        </p:nvSpPr>
        <p:spPr>
          <a:xfrm>
            <a:off x="707571" y="1338943"/>
            <a:ext cx="283029" cy="2026520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65101C-4C7F-646B-ECCF-237AEA40A219}"/>
              </a:ext>
            </a:extLst>
          </p:cNvPr>
          <p:cNvSpPr txBox="1"/>
          <p:nvPr/>
        </p:nvSpPr>
        <p:spPr>
          <a:xfrm rot="16200000">
            <a:off x="-63121" y="2167537"/>
            <a:ext cx="1172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Your code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BB3225-8918-F650-2C99-0496FDC4FB57}"/>
              </a:ext>
            </a:extLst>
          </p:cNvPr>
          <p:cNvSpPr txBox="1"/>
          <p:nvPr/>
        </p:nvSpPr>
        <p:spPr>
          <a:xfrm>
            <a:off x="4358988" y="3691714"/>
            <a:ext cx="3200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Event:  you share with another.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DB5D0B-315A-71FD-2D53-840A1FA085F9}"/>
              </a:ext>
            </a:extLst>
          </p:cNvPr>
          <p:cNvSpPr txBox="1"/>
          <p:nvPr/>
        </p:nvSpPr>
        <p:spPr>
          <a:xfrm>
            <a:off x="1049944" y="4131540"/>
            <a:ext cx="425989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Required actions:</a:t>
            </a:r>
          </a:p>
          <a:p>
            <a:pPr marL="342900" indent="-342900">
              <a:buAutoNum type="arabicPeriod"/>
            </a:pPr>
            <a:r>
              <a:rPr lang="en-US" dirty="0"/>
              <a:t>Complete all of the needs above using a container approach.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A46DDD-E70A-76BD-0092-582FA72FF349}"/>
              </a:ext>
            </a:extLst>
          </p:cNvPr>
          <p:cNvSpPr txBox="1"/>
          <p:nvPr/>
        </p:nvSpPr>
        <p:spPr>
          <a:xfrm>
            <a:off x="6578252" y="4131540"/>
            <a:ext cx="41449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Required actions:</a:t>
            </a:r>
          </a:p>
          <a:p>
            <a:pPr marL="342900" indent="-342900">
              <a:buAutoNum type="arabicPeriod"/>
            </a:pPr>
            <a:r>
              <a:rPr lang="en-US" dirty="0"/>
              <a:t>Complete all of the needs above using a container approach.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9556ABB-E61D-B2D9-286F-806F7B01DC18}"/>
              </a:ext>
            </a:extLst>
          </p:cNvPr>
          <p:cNvSpPr txBox="1"/>
          <p:nvPr/>
        </p:nvSpPr>
        <p:spPr>
          <a:xfrm>
            <a:off x="979491" y="5337370"/>
            <a:ext cx="473528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40FF"/>
                </a:solidFill>
              </a:rPr>
              <a:t>Concerns:</a:t>
            </a:r>
          </a:p>
          <a:p>
            <a:pPr marL="342900" indent="-342900">
              <a:buAutoNum type="arabicPeriod"/>
            </a:pPr>
            <a:r>
              <a:rPr lang="en-US" dirty="0">
                <a:solidFill>
                  <a:srgbClr val="FF40FF"/>
                </a:solidFill>
              </a:rPr>
              <a:t>Module system---no.</a:t>
            </a:r>
          </a:p>
          <a:p>
            <a:pPr marL="342900" indent="-342900">
              <a:buAutoNum type="arabicPeriod"/>
            </a:pPr>
            <a:r>
              <a:rPr lang="en-US" dirty="0">
                <a:solidFill>
                  <a:srgbClr val="FF40FF"/>
                </a:solidFill>
              </a:rPr>
              <a:t>Compiler---no.</a:t>
            </a:r>
          </a:p>
          <a:p>
            <a:pPr marL="342900" indent="-342900">
              <a:buAutoNum type="arabicPeriod"/>
            </a:pPr>
            <a:r>
              <a:rPr lang="en-US" dirty="0">
                <a:solidFill>
                  <a:srgbClr val="FF40FF"/>
                </a:solidFill>
              </a:rPr>
              <a:t>Libraries---no.</a:t>
            </a:r>
          </a:p>
          <a:p>
            <a:pPr marL="342900" indent="-342900">
              <a:buAutoNum type="arabicPeriod"/>
            </a:pPr>
            <a:r>
              <a:rPr lang="en-US" dirty="0" err="1">
                <a:solidFill>
                  <a:srgbClr val="FF40FF"/>
                </a:solidFill>
              </a:rPr>
              <a:t>Makefile</a:t>
            </a:r>
            <a:r>
              <a:rPr lang="en-US" dirty="0">
                <a:solidFill>
                  <a:srgbClr val="FF40FF"/>
                </a:solidFill>
              </a:rPr>
              <a:t>---no.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77A754C-A586-5EB1-348F-EC93BE11F979}"/>
              </a:ext>
            </a:extLst>
          </p:cNvPr>
          <p:cNvSpPr txBox="1"/>
          <p:nvPr/>
        </p:nvSpPr>
        <p:spPr>
          <a:xfrm>
            <a:off x="6440463" y="5337370"/>
            <a:ext cx="473528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40FF"/>
                </a:solidFill>
              </a:rPr>
              <a:t>Concerns:</a:t>
            </a:r>
          </a:p>
          <a:p>
            <a:pPr marL="342900" indent="-342900">
              <a:buAutoNum type="arabicPeriod"/>
            </a:pPr>
            <a:r>
              <a:rPr lang="en-US" dirty="0">
                <a:solidFill>
                  <a:srgbClr val="FF40FF"/>
                </a:solidFill>
              </a:rPr>
              <a:t>Module system---no.</a:t>
            </a:r>
          </a:p>
          <a:p>
            <a:pPr marL="342900" indent="-342900">
              <a:buAutoNum type="arabicPeriod"/>
            </a:pPr>
            <a:r>
              <a:rPr lang="en-US" dirty="0">
                <a:solidFill>
                  <a:srgbClr val="FF40FF"/>
                </a:solidFill>
              </a:rPr>
              <a:t>Virtual environment---no.</a:t>
            </a:r>
          </a:p>
          <a:p>
            <a:pPr marL="342900" indent="-342900">
              <a:buAutoNum type="arabicPeriod"/>
            </a:pPr>
            <a:r>
              <a:rPr lang="en-US" dirty="0">
                <a:solidFill>
                  <a:srgbClr val="FF40FF"/>
                </a:solidFill>
              </a:rPr>
              <a:t>Packages---no.</a:t>
            </a:r>
          </a:p>
        </p:txBody>
      </p:sp>
    </p:spTree>
    <p:extLst>
      <p:ext uri="{BB962C8B-B14F-4D97-AF65-F5344CB8AC3E}">
        <p14:creationId xmlns:p14="http://schemas.microsoft.com/office/powerpoint/2010/main" val="23017606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139</Words>
  <Application>Microsoft Macintosh PowerPoint</Application>
  <PresentationFormat>Widescreen</PresentationFormat>
  <Paragraphs>30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Kuhlman, Chris</dc:creator>
  <cp:lastModifiedBy>Kuhlman, Chris</cp:lastModifiedBy>
  <cp:revision>3</cp:revision>
  <dcterms:created xsi:type="dcterms:W3CDTF">2026-04-20T17:36:51Z</dcterms:created>
  <dcterms:modified xsi:type="dcterms:W3CDTF">2026-04-20T18:27:23Z</dcterms:modified>
</cp:coreProperties>
</file>
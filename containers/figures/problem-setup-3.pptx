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A0B2-0236-5EF8-29CA-E739C4763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EEE58-4B70-2808-ECD6-A6BAB9FCD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68871-7383-C4E4-54EB-CD702ECF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6A9AF-DDCA-5927-89E3-9B6EC52A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29C8A-A807-ED56-6858-D8C2F58E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8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0218-53A0-882E-4F3E-D686E75F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58AF-7DCA-5E9C-13DF-E32E730C4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044E9-4424-799A-C0D5-B4F4A09F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995E6-2CF3-C650-7D8F-3BC956DE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CB4BE-4E57-5EAB-FCDE-1AACFCEF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9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839D-67AC-1B15-D275-FB0E10F1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6510C-422C-5B31-7F5F-92200C2E7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E6AA1-4F5A-D192-EE26-3D428908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74743-D2E2-568F-8AB6-1D828377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B17A0-3F0D-7C7B-AD78-5424C9EE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0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847E-E46C-5A8A-35CF-C65F5905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7E5A6-46E8-6EDB-0CA4-F08EA0AD2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F0E62-2C7B-2DDC-9586-9DF37FA09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982AE-49E4-A825-2181-81720257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147D8-16EF-BBD5-5289-CD9BB004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3E529-E376-EBF0-51AC-DAB6AC3F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3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EB43-D0A8-90DE-9FA9-C4D14881E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83871-9E02-CA7A-70CE-5848734F3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83E6A-2B43-0B33-03CE-6D418AC2A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465A6-926E-204F-45F0-EED48045B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EC162-0B79-8D5D-E106-B20D4EDB9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9797A-EF09-E7D5-A45E-3B5CA458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5135A-47AC-78FC-2A5C-5B60D07B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88120-2ED8-3D94-6FC2-9CB89663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1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9D17-F3DD-32C0-084D-A74DFF61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A1545-3191-E646-B9CA-A4B50A8B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28040-9F1A-3E97-6663-AF155FE3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3A55B-80ED-0468-99E3-FD42689A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6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B075D-D826-6C6C-DE5D-DCE21284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9867CF-E6B8-2E94-4629-6695B028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B781A-EF48-C6E1-0D37-6AE78E5F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17EA-3C70-FC14-3064-F01F2ED8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51FF-4566-44EA-3FA6-5D3FBC17D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F9851-4E89-0156-7AC6-052F65E72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A612E-5AC3-6D97-B0FC-F561FE58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1D8E6-704B-DF60-EA66-55A9A203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7083-71B6-67E7-1F1A-1CA069D2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6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5F8B-F37F-3FD1-A793-5F8A3F8F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C4F81-D5B1-0D22-2EB8-C05864858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793C4-5E5A-696D-FFCE-69D6236C4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D6C4B-2940-9B81-C890-DF0F3230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509C9-5AE1-3132-E075-0EA37B5C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D1D31-14C3-0B81-3A44-D5872A22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6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531E-8BB6-6463-BEDB-78CD5AD7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F4D60-4C78-4517-66B2-770CDB8A0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84EA-0890-783F-D30E-145413EC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C0DC0-925D-335E-AF62-8DC0B13C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8060-2B12-91F5-9A82-16EDC663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3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7F7B1-9BD3-40E0-875E-E4FDE08E7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A5749-05FF-EC3F-F772-31531FA72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91E4-AB62-88AB-A7DC-42C32D2B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A0CD-D4DF-039E-9D6A-0A4AAED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72100-FC4B-861B-4BE1-23C6DA1D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80591-B7F6-E48A-D128-F4B03339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3239D-CBA1-1FFE-97D8-5D4CE88A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E2B91-6362-8DF2-37B5-5869B3E46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F4B8D-EC15-EB11-025F-FFBD8CB9C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0C0A9-947E-DAAF-59B5-C2026DB5B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3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ED8E-0702-B8E4-A160-0F1B087A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707764D-04ED-06D5-1E24-7AB4BBAF7FEA}"/>
              </a:ext>
            </a:extLst>
          </p:cNvPr>
          <p:cNvSpPr/>
          <p:nvPr/>
        </p:nvSpPr>
        <p:spPr>
          <a:xfrm>
            <a:off x="6539625" y="741070"/>
            <a:ext cx="4365621" cy="2335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AC2DED-32CC-0E67-D9C9-36C30D3DCD77}"/>
              </a:ext>
            </a:extLst>
          </p:cNvPr>
          <p:cNvSpPr/>
          <p:nvPr/>
        </p:nvSpPr>
        <p:spPr>
          <a:xfrm>
            <a:off x="1077236" y="741070"/>
            <a:ext cx="4365621" cy="23351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C917D-56D3-6F1B-2CB9-BDA328ADFCE4}"/>
              </a:ext>
            </a:extLst>
          </p:cNvPr>
          <p:cNvSpPr txBox="1"/>
          <p:nvPr/>
        </p:nvSpPr>
        <p:spPr>
          <a:xfrm flipH="1">
            <a:off x="1077236" y="230751"/>
            <a:ext cx="50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Classic Use Case:  Running Compiled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1F30FB-8692-C516-19E4-7FE10C77820E}"/>
              </a:ext>
            </a:extLst>
          </p:cNvPr>
          <p:cNvSpPr txBox="1"/>
          <p:nvPr/>
        </p:nvSpPr>
        <p:spPr>
          <a:xfrm flipH="1">
            <a:off x="6440463" y="230751"/>
            <a:ext cx="50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Classic Use Case:  Running Interpreted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B6E4C-EEA3-CD05-B716-8B39A4BD3832}"/>
              </a:ext>
            </a:extLst>
          </p:cNvPr>
          <p:cNvSpPr txBox="1"/>
          <p:nvPr/>
        </p:nvSpPr>
        <p:spPr>
          <a:xfrm>
            <a:off x="1164921" y="1528388"/>
            <a:ext cx="41449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Need:</a:t>
            </a:r>
          </a:p>
          <a:p>
            <a:pPr marL="342900" indent="-342900">
              <a:buAutoNum type="arabicPeriod"/>
            </a:pPr>
            <a:r>
              <a:rPr lang="en-US" dirty="0"/>
              <a:t>Module system and assoc. software.</a:t>
            </a:r>
          </a:p>
          <a:p>
            <a:pPr marL="342900" indent="-342900">
              <a:buAutoNum type="arabicPeriod"/>
            </a:pPr>
            <a:r>
              <a:rPr lang="en-US" dirty="0"/>
              <a:t>Compiler.</a:t>
            </a:r>
          </a:p>
          <a:p>
            <a:pPr marL="342900" indent="-342900">
              <a:buAutoNum type="arabicPeriod"/>
            </a:pPr>
            <a:r>
              <a:rPr lang="en-US" dirty="0"/>
              <a:t>Libraries (archives and so’s).</a:t>
            </a:r>
          </a:p>
          <a:p>
            <a:pPr marL="342900" indent="-342900">
              <a:buAutoNum type="arabicPeriod"/>
            </a:pPr>
            <a:r>
              <a:rPr lang="en-US" dirty="0" err="1"/>
              <a:t>Makefile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4F534-EDAC-650B-F919-6C44F93929FB}"/>
              </a:ext>
            </a:extLst>
          </p:cNvPr>
          <p:cNvSpPr txBox="1"/>
          <p:nvPr/>
        </p:nvSpPr>
        <p:spPr>
          <a:xfrm>
            <a:off x="6578252" y="1528388"/>
            <a:ext cx="41449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Need:</a:t>
            </a:r>
          </a:p>
          <a:p>
            <a:pPr marL="342900" indent="-342900">
              <a:buAutoNum type="arabicPeriod"/>
            </a:pPr>
            <a:r>
              <a:rPr lang="en-US" dirty="0"/>
              <a:t>Module system and assoc. software.</a:t>
            </a:r>
          </a:p>
          <a:p>
            <a:pPr marL="342900" indent="-342900">
              <a:buAutoNum type="arabicPeriod"/>
            </a:pPr>
            <a:r>
              <a:rPr lang="en-US" dirty="0"/>
              <a:t>Virtual environment.</a:t>
            </a:r>
          </a:p>
          <a:p>
            <a:pPr marL="342900" indent="-342900">
              <a:buAutoNum type="arabicPeriod"/>
            </a:pPr>
            <a:r>
              <a:rPr lang="en-US" dirty="0"/>
              <a:t>Packages.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F43B9-8D44-3141-5DEA-7FE22F8A3ECF}"/>
              </a:ext>
            </a:extLst>
          </p:cNvPr>
          <p:cNvSpPr txBox="1"/>
          <p:nvPr/>
        </p:nvSpPr>
        <p:spPr>
          <a:xfrm>
            <a:off x="1164921" y="741070"/>
            <a:ext cx="339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  <a:p>
            <a:r>
              <a:rPr lang="en-US" dirty="0"/>
              <a:t>PL source code in a </a:t>
            </a:r>
            <a:r>
              <a:rPr lang="en-US" dirty="0" err="1"/>
              <a:t>Github</a:t>
            </a:r>
            <a:r>
              <a:rPr lang="en-US" dirty="0"/>
              <a:t> repo.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0098B-4BD9-625F-E3FA-DA5F2E5DE9D2}"/>
              </a:ext>
            </a:extLst>
          </p:cNvPr>
          <p:cNvSpPr txBox="1"/>
          <p:nvPr/>
        </p:nvSpPr>
        <p:spPr>
          <a:xfrm>
            <a:off x="6578252" y="741070"/>
            <a:ext cx="339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  <a:p>
            <a:r>
              <a:rPr lang="en-US" dirty="0"/>
              <a:t>PL source code in a </a:t>
            </a:r>
            <a:r>
              <a:rPr lang="en-US" dirty="0" err="1"/>
              <a:t>Github</a:t>
            </a:r>
            <a:r>
              <a:rPr lang="en-US" dirty="0"/>
              <a:t> repo.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102A18B-9605-8178-07D3-C46D301962F6}"/>
              </a:ext>
            </a:extLst>
          </p:cNvPr>
          <p:cNvSpPr/>
          <p:nvPr/>
        </p:nvSpPr>
        <p:spPr>
          <a:xfrm>
            <a:off x="707571" y="843184"/>
            <a:ext cx="283029" cy="20265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5101C-4C7F-646B-ECCF-237AEA40A219}"/>
              </a:ext>
            </a:extLst>
          </p:cNvPr>
          <p:cNvSpPr txBox="1"/>
          <p:nvPr/>
        </p:nvSpPr>
        <p:spPr>
          <a:xfrm rot="16200000">
            <a:off x="-63121" y="1671778"/>
            <a:ext cx="1172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B3225-8918-F650-2C99-0496FDC4FB57}"/>
              </a:ext>
            </a:extLst>
          </p:cNvPr>
          <p:cNvSpPr txBox="1"/>
          <p:nvPr/>
        </p:nvSpPr>
        <p:spPr>
          <a:xfrm>
            <a:off x="3554758" y="3251040"/>
            <a:ext cx="4833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  <a:latin typeface="AkayaKanadaka" panose="02010502080401010103" pitchFamily="2" charset="77"/>
                <a:cs typeface="AkayaKanadaka" panose="02010502080401010103" pitchFamily="2" charset="77"/>
              </a:rPr>
              <a:t>Event:  you build a container with your code.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556ABB-E61D-B2D9-286F-806F7B01DC18}"/>
              </a:ext>
            </a:extLst>
          </p:cNvPr>
          <p:cNvSpPr txBox="1"/>
          <p:nvPr/>
        </p:nvSpPr>
        <p:spPr>
          <a:xfrm>
            <a:off x="979491" y="4059413"/>
            <a:ext cx="47352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Concerns: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Module system---no.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Compiler---no.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Libraries---no.</a:t>
            </a:r>
          </a:p>
          <a:p>
            <a:pPr marL="342900" indent="-342900">
              <a:buAutoNum type="arabicPeriod"/>
            </a:pPr>
            <a:r>
              <a:rPr lang="en-US" dirty="0" err="1">
                <a:solidFill>
                  <a:srgbClr val="FF40FF"/>
                </a:solidFill>
              </a:rPr>
              <a:t>Makefile</a:t>
            </a:r>
            <a:r>
              <a:rPr lang="en-US" dirty="0">
                <a:solidFill>
                  <a:srgbClr val="FF40FF"/>
                </a:solidFill>
              </a:rPr>
              <a:t>---no.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A754C-A586-5EB1-348F-EC93BE11F979}"/>
              </a:ext>
            </a:extLst>
          </p:cNvPr>
          <p:cNvSpPr txBox="1"/>
          <p:nvPr/>
        </p:nvSpPr>
        <p:spPr>
          <a:xfrm>
            <a:off x="6440463" y="4059413"/>
            <a:ext cx="4735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Concerns: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Module system---no.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Virtual environment---no.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40FF"/>
                </a:solidFill>
              </a:rPr>
              <a:t>Packages---no.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889012-84BD-82ED-31FF-02E5EDBEE7EE}"/>
              </a:ext>
            </a:extLst>
          </p:cNvPr>
          <p:cNvSpPr txBox="1"/>
          <p:nvPr/>
        </p:nvSpPr>
        <p:spPr>
          <a:xfrm>
            <a:off x="3554757" y="3534526"/>
            <a:ext cx="479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Event:  you share </a:t>
            </a:r>
            <a:r>
              <a:rPr lang="en-US" b="1" dirty="0">
                <a:solidFill>
                  <a:srgbClr val="0432FF"/>
                </a:solidFill>
                <a:latin typeface="Comic Sans MS" panose="030F0902030302020204" pitchFamily="66" charset="0"/>
              </a:rPr>
              <a:t>your container</a:t>
            </a:r>
            <a:r>
              <a:rPr lang="en-US" dirty="0">
                <a:solidFill>
                  <a:srgbClr val="7030A0"/>
                </a:solidFill>
              </a:rPr>
              <a:t> with another.</a:t>
            </a:r>
          </a:p>
        </p:txBody>
      </p:sp>
    </p:spTree>
    <p:extLst>
      <p:ext uri="{BB962C8B-B14F-4D97-AF65-F5344CB8AC3E}">
        <p14:creationId xmlns:p14="http://schemas.microsoft.com/office/powerpoint/2010/main" val="2301760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123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AkayaKanadaka</vt:lpstr>
      <vt:lpstr>Aptos</vt:lpstr>
      <vt:lpstr>Aptos Display</vt:lpstr>
      <vt:lpstr>Arial</vt:lpstr>
      <vt:lpstr>Comic Sans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5</cp:revision>
  <dcterms:created xsi:type="dcterms:W3CDTF">2026-04-20T17:36:51Z</dcterms:created>
  <dcterms:modified xsi:type="dcterms:W3CDTF">2026-07-15T17:14:37Z</dcterms:modified>
</cp:coreProperties>
</file>
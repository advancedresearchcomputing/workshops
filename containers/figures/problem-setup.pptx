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A0B2-0236-5EF8-29CA-E739C4763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EEE58-4B70-2808-ECD6-A6BAB9FC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8871-7383-C4E4-54EB-CD702ECF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A9AF-DDCA-5927-89E3-9B6EC52A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9C8A-A807-ED56-6858-D8C2F58E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218-53A0-882E-4F3E-D686E75F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58AF-7DCA-5E9C-13DF-E32E730C4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44E9-4424-799A-C0D5-B4F4A09F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995E6-2CF3-C650-7D8F-3BC956DE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B4BE-4E57-5EAB-FCDE-1AACFCEF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9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839D-67AC-1B15-D275-FB0E10F1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510C-422C-5B31-7F5F-92200C2E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E6AA1-4F5A-D192-EE26-3D428908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4743-D2E2-568F-8AB6-1D82837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17A0-3F0D-7C7B-AD78-5424C9EE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0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47E-E46C-5A8A-35CF-C65F5905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7E5A6-46E8-6EDB-0CA4-F08EA0AD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0E62-2C7B-2DDC-9586-9DF37FA09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982AE-49E4-A825-2181-81720257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147D8-16EF-BBD5-5289-CD9BB004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3E529-E376-EBF0-51AC-DAB6AC3F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3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EB43-D0A8-90DE-9FA9-C4D14881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3871-9E02-CA7A-70CE-5848734F3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3E6A-2B43-0B33-03CE-6D418AC2A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465A6-926E-204F-45F0-EED48045B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EC162-0B79-8D5D-E106-B20D4EDB9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9797A-EF09-E7D5-A45E-3B5CA45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5135A-47AC-78FC-2A5C-5B60D07B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88120-2ED8-3D94-6FC2-9CB89663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1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9D17-F3DD-32C0-084D-A74DFF61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A1545-3191-E646-B9CA-A4B50A8B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28040-9F1A-3E97-6663-AF155FE3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55B-80ED-0468-99E3-FD42689A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6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B075D-D826-6C6C-DE5D-DCE21284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867CF-E6B8-2E94-4629-6695B028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781A-EF48-C6E1-0D37-6AE78E5F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17EA-3C70-FC14-3064-F01F2ED8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51FF-4566-44EA-3FA6-5D3FBC17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9851-4E89-0156-7AC6-052F65E72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612E-5AC3-6D97-B0FC-F561FE58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1D8E6-704B-DF60-EA66-55A9A20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083-71B6-67E7-1F1A-1CA069D2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5F8B-F37F-3FD1-A793-5F8A3F8F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C4F81-D5B1-0D22-2EB8-C05864858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793C4-5E5A-696D-FFCE-69D6236C4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D6C4B-2940-9B81-C890-DF0F3230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09C9-5AE1-3132-E075-0EA37B5C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D1D31-14C3-0B81-3A44-D5872A22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531E-8BB6-6463-BEDB-78CD5AD7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4D60-4C78-4517-66B2-770CDB8A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84EA-0890-783F-D30E-145413EC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0DC0-925D-335E-AF62-8DC0B13C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8060-2B12-91F5-9A82-16EDC66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F7B1-9BD3-40E0-875E-E4FDE08E7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A5749-05FF-EC3F-F772-31531FA72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91E4-AB62-88AB-A7DC-42C32D2B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A0CD-D4DF-039E-9D6A-0A4AAED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72100-FC4B-861B-4BE1-23C6DA1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80591-B7F6-E48A-D128-F4B03339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3239D-CBA1-1FFE-97D8-5D4CE88A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2B91-6362-8DF2-37B5-5869B3E46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4B8D-EC15-EB11-025F-FFBD8CB9C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C0A9-947E-DAAF-59B5-C2026DB5B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0B24F27-19D5-B343-0639-A6ACFCDC3805}"/>
              </a:ext>
            </a:extLst>
          </p:cNvPr>
          <p:cNvSpPr/>
          <p:nvPr/>
        </p:nvSpPr>
        <p:spPr>
          <a:xfrm>
            <a:off x="6539625" y="4061047"/>
            <a:ext cx="4365621" cy="1134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253F96-55A5-2BDF-5984-1F2E29D3B49C}"/>
              </a:ext>
            </a:extLst>
          </p:cNvPr>
          <p:cNvSpPr/>
          <p:nvPr/>
        </p:nvSpPr>
        <p:spPr>
          <a:xfrm>
            <a:off x="1077236" y="4061046"/>
            <a:ext cx="4365621" cy="10643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1791C-6762-5551-6360-92AF9A1B9E73}"/>
              </a:ext>
            </a:extLst>
          </p:cNvPr>
          <p:cNvSpPr/>
          <p:nvPr/>
        </p:nvSpPr>
        <p:spPr>
          <a:xfrm>
            <a:off x="6539625" y="1236829"/>
            <a:ext cx="4365621" cy="2335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A7E31C-1E9F-30B3-BB49-C63E98E297E5}"/>
              </a:ext>
            </a:extLst>
          </p:cNvPr>
          <p:cNvSpPr/>
          <p:nvPr/>
        </p:nvSpPr>
        <p:spPr>
          <a:xfrm>
            <a:off x="1077236" y="1236829"/>
            <a:ext cx="4365621" cy="23351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8FC42D-E0B2-4A0A-C310-D40C7FDC0C60}"/>
              </a:ext>
            </a:extLst>
          </p:cNvPr>
          <p:cNvSpPr txBox="1"/>
          <p:nvPr/>
        </p:nvSpPr>
        <p:spPr>
          <a:xfrm flipH="1">
            <a:off x="1077236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Compiled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1532D-BFC6-D1C7-F1F6-1BDFF177D37C}"/>
              </a:ext>
            </a:extLst>
          </p:cNvPr>
          <p:cNvSpPr txBox="1"/>
          <p:nvPr/>
        </p:nvSpPr>
        <p:spPr>
          <a:xfrm flipH="1">
            <a:off x="6440463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Interpreted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3233D-F03F-AEE3-1A35-60EE7D1DEC9A}"/>
              </a:ext>
            </a:extLst>
          </p:cNvPr>
          <p:cNvSpPr txBox="1"/>
          <p:nvPr/>
        </p:nvSpPr>
        <p:spPr>
          <a:xfrm>
            <a:off x="1164921" y="2024147"/>
            <a:ext cx="41449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Compiler.</a:t>
            </a:r>
          </a:p>
          <a:p>
            <a:pPr marL="342900" indent="-342900">
              <a:buAutoNum type="arabicPeriod"/>
            </a:pPr>
            <a:r>
              <a:rPr lang="en-US" dirty="0"/>
              <a:t>Libraries (archives and so’s).</a:t>
            </a:r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ABC87-8FA4-A107-52E3-BEBF4A808F30}"/>
              </a:ext>
            </a:extLst>
          </p:cNvPr>
          <p:cNvSpPr txBox="1"/>
          <p:nvPr/>
        </p:nvSpPr>
        <p:spPr>
          <a:xfrm>
            <a:off x="6578252" y="2024147"/>
            <a:ext cx="414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Virtual environment.</a:t>
            </a:r>
          </a:p>
          <a:p>
            <a:pPr marL="342900" indent="-342900">
              <a:buAutoNum type="arabicPeriod"/>
            </a:pPr>
            <a:r>
              <a:rPr lang="en-US" dirty="0"/>
              <a:t>Packages.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68E61-5274-D476-2CD0-51165CB32C14}"/>
              </a:ext>
            </a:extLst>
          </p:cNvPr>
          <p:cNvSpPr txBox="1"/>
          <p:nvPr/>
        </p:nvSpPr>
        <p:spPr>
          <a:xfrm>
            <a:off x="1164921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E162-3285-289B-F4D4-06DB300B9ACA}"/>
              </a:ext>
            </a:extLst>
          </p:cNvPr>
          <p:cNvSpPr txBox="1"/>
          <p:nvPr/>
        </p:nvSpPr>
        <p:spPr>
          <a:xfrm>
            <a:off x="6578252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09A1C6E-4EBE-2BDF-EE0C-86FB3804A36D}"/>
              </a:ext>
            </a:extLst>
          </p:cNvPr>
          <p:cNvSpPr/>
          <p:nvPr/>
        </p:nvSpPr>
        <p:spPr>
          <a:xfrm>
            <a:off x="707571" y="1338943"/>
            <a:ext cx="283029" cy="20265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57A5F-48A4-C95E-EC2F-1BFAA4FF1D92}"/>
              </a:ext>
            </a:extLst>
          </p:cNvPr>
          <p:cNvSpPr txBox="1"/>
          <p:nvPr/>
        </p:nvSpPr>
        <p:spPr>
          <a:xfrm rot="16200000">
            <a:off x="-63121" y="2167537"/>
            <a:ext cx="117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12EC2-CBF6-3F9F-A28F-72F95C1F690E}"/>
              </a:ext>
            </a:extLst>
          </p:cNvPr>
          <p:cNvSpPr txBox="1"/>
          <p:nvPr/>
        </p:nvSpPr>
        <p:spPr>
          <a:xfrm>
            <a:off x="3509902" y="3691714"/>
            <a:ext cx="484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Event:  you share this source code with another.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A0F72-6B55-CF2D-382F-21342E47FFDF}"/>
              </a:ext>
            </a:extLst>
          </p:cNvPr>
          <p:cNvSpPr txBox="1"/>
          <p:nvPr/>
        </p:nvSpPr>
        <p:spPr>
          <a:xfrm>
            <a:off x="1049944" y="4131540"/>
            <a:ext cx="3788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above.</a:t>
            </a:r>
          </a:p>
          <a:p>
            <a:pPr marL="342900" indent="-342900">
              <a:buAutoNum type="arabicPeriod"/>
            </a:pPr>
            <a:r>
              <a:rPr lang="en-US" dirty="0"/>
              <a:t>Run the code.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09B1F-E645-446C-F3E6-37AADEEC94A5}"/>
              </a:ext>
            </a:extLst>
          </p:cNvPr>
          <p:cNvSpPr txBox="1"/>
          <p:nvPr/>
        </p:nvSpPr>
        <p:spPr>
          <a:xfrm>
            <a:off x="6578252" y="4131540"/>
            <a:ext cx="3788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above.</a:t>
            </a:r>
          </a:p>
          <a:p>
            <a:pPr marL="342900" indent="-342900">
              <a:buAutoNum type="arabicPeriod"/>
            </a:pPr>
            <a:r>
              <a:rPr lang="en-US" dirty="0"/>
              <a:t>Run the code.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A96F4-A1C1-04E2-C3BF-79CFCC80395B}"/>
              </a:ext>
            </a:extLst>
          </p:cNvPr>
          <p:cNvSpPr txBox="1"/>
          <p:nvPr/>
        </p:nvSpPr>
        <p:spPr>
          <a:xfrm>
            <a:off x="707571" y="5337370"/>
            <a:ext cx="1066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Case 1:  If you and other are on the same cluster, probably not a major deal, although versions of libraries, packages, compilers, software set up by modules can be different (increasing probability with time).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3E3C8-AA6A-CFA8-A3FF-81DD8411BE9C}"/>
              </a:ext>
            </a:extLst>
          </p:cNvPr>
          <p:cNvSpPr txBox="1"/>
          <p:nvPr/>
        </p:nvSpPr>
        <p:spPr>
          <a:xfrm>
            <a:off x="707570" y="6037598"/>
            <a:ext cx="1066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Case 2:  If you and other are on the different clusters, probably a bigger deal; maybe a major deal:  different modules, different compilers, different libraries, etc.</a:t>
            </a:r>
          </a:p>
        </p:txBody>
      </p:sp>
    </p:spTree>
    <p:extLst>
      <p:ext uri="{BB962C8B-B14F-4D97-AF65-F5344CB8AC3E}">
        <p14:creationId xmlns:p14="http://schemas.microsoft.com/office/powerpoint/2010/main" val="137215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8EC32-ACC1-4EAC-0A72-1AB574CCBAFF}"/>
              </a:ext>
            </a:extLst>
          </p:cNvPr>
          <p:cNvSpPr txBox="1"/>
          <p:nvPr/>
        </p:nvSpPr>
        <p:spPr>
          <a:xfrm>
            <a:off x="1676400" y="402771"/>
            <a:ext cx="355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Alternative:  A container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8F20C-2B14-C4B6-8AA7-D0D61B5AADAF}"/>
              </a:ext>
            </a:extLst>
          </p:cNvPr>
          <p:cNvSpPr/>
          <p:nvPr/>
        </p:nvSpPr>
        <p:spPr>
          <a:xfrm>
            <a:off x="1132114" y="1393371"/>
            <a:ext cx="4278086" cy="33092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3BC25-8B9F-5C28-85A2-41A40FA79C74}"/>
              </a:ext>
            </a:extLst>
          </p:cNvPr>
          <p:cNvSpPr txBox="1"/>
          <p:nvPr/>
        </p:nvSpPr>
        <p:spPr>
          <a:xfrm>
            <a:off x="1230085" y="1524000"/>
            <a:ext cx="113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21A45-618A-C932-29A7-46B6B2918E02}"/>
              </a:ext>
            </a:extLst>
          </p:cNvPr>
          <p:cNvSpPr/>
          <p:nvPr/>
        </p:nvSpPr>
        <p:spPr>
          <a:xfrm>
            <a:off x="1698169" y="2057401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Codes (for execution)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59538-EEF4-2095-2629-2E05B77AF279}"/>
              </a:ext>
            </a:extLst>
          </p:cNvPr>
          <p:cNvSpPr/>
          <p:nvPr/>
        </p:nvSpPr>
        <p:spPr>
          <a:xfrm>
            <a:off x="3461656" y="2057401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scripts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FA78D-5197-F2FE-A304-FA7DAEF277BF}"/>
              </a:ext>
            </a:extLst>
          </p:cNvPr>
          <p:cNvSpPr/>
          <p:nvPr/>
        </p:nvSpPr>
        <p:spPr>
          <a:xfrm>
            <a:off x="3461656" y="3165412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3BE66-F4EC-BE63-DB4E-EA25FF53FE28}"/>
              </a:ext>
            </a:extLst>
          </p:cNvPr>
          <p:cNvSpPr/>
          <p:nvPr/>
        </p:nvSpPr>
        <p:spPr>
          <a:xfrm>
            <a:off x="1230085" y="4920343"/>
            <a:ext cx="4082143" cy="5442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Binding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B64CE-630C-3CA3-4902-4C02663ACBC1}"/>
              </a:ext>
            </a:extLst>
          </p:cNvPr>
          <p:cNvSpPr/>
          <p:nvPr/>
        </p:nvSpPr>
        <p:spPr>
          <a:xfrm>
            <a:off x="1469571" y="3048000"/>
            <a:ext cx="1801585" cy="12020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environments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(modules, Ves)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FE263-9349-045E-F329-DDEFA1926221}"/>
              </a:ext>
            </a:extLst>
          </p:cNvPr>
          <p:cNvSpPr txBox="1"/>
          <p:nvPr/>
        </p:nvSpPr>
        <p:spPr>
          <a:xfrm>
            <a:off x="7598229" y="402771"/>
            <a:ext cx="244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</a:rPr>
              <a:t>High-Level Perspective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C2CB5-E1B0-F588-3D55-FF657A02D431}"/>
              </a:ext>
            </a:extLst>
          </p:cNvPr>
          <p:cNvSpPr txBox="1"/>
          <p:nvPr/>
        </p:nvSpPr>
        <p:spPr>
          <a:xfrm>
            <a:off x="7010401" y="1414360"/>
            <a:ext cx="38208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You build a contain with the codes (apps) and scripts, and environment needed to run the container.</a:t>
            </a:r>
          </a:p>
          <a:p>
            <a:pPr marL="342900" indent="-342900">
              <a:buAutoNum type="arabicPeriod"/>
            </a:pPr>
            <a:r>
              <a:rPr lang="en-US" sz="1600" dirty="0"/>
              <a:t>You give the container to other.</a:t>
            </a:r>
          </a:p>
          <a:p>
            <a:pPr marL="342900" indent="-342900">
              <a:buAutoNum type="arabicPeriod"/>
            </a:pPr>
            <a:r>
              <a:rPr lang="en-US" sz="1600" dirty="0"/>
              <a:t>Other runs the apps from within the container (variations on this).</a:t>
            </a:r>
          </a:p>
          <a:p>
            <a:pPr marL="342900" indent="-342900">
              <a:buAutoNum type="arabicPeriod"/>
            </a:pPr>
            <a:r>
              <a:rPr lang="en-US" sz="1600" dirty="0"/>
              <a:t>Other need not have any source code, libraries, compilers, modules, etc. loaded on their system.</a:t>
            </a:r>
          </a:p>
          <a:p>
            <a:pPr marL="342900" indent="-342900">
              <a:buAutoNum type="arabicPeriod"/>
            </a:pPr>
            <a:r>
              <a:rPr lang="en-US" sz="1600" dirty="0"/>
              <a:t>“Their system” can be a different cluster, a different type of machine (e.g., laptop).</a:t>
            </a:r>
          </a:p>
          <a:p>
            <a:pPr marL="342900" indent="-342900">
              <a:buAutoNum type="arabicPeriod"/>
            </a:pPr>
            <a:r>
              <a:rPr lang="en-US" sz="1600" dirty="0"/>
              <a:t>Other’s OS need not be the same on which the container was built.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7D310-8C04-61B3-2CA0-48D33AF67DC5}"/>
              </a:ext>
            </a:extLst>
          </p:cNvPr>
          <p:cNvSpPr txBox="1"/>
          <p:nvPr/>
        </p:nvSpPr>
        <p:spPr>
          <a:xfrm>
            <a:off x="8308167" y="5475515"/>
            <a:ext cx="1737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Portability</a:t>
            </a:r>
          </a:p>
          <a:p>
            <a:r>
              <a:rPr lang="en-US" dirty="0"/>
              <a:t>Customizability</a:t>
            </a:r>
          </a:p>
          <a:p>
            <a:r>
              <a:rPr lang="en-US" dirty="0"/>
              <a:t>Sameness</a:t>
            </a:r>
          </a:p>
          <a:p>
            <a:r>
              <a:rPr lang="en-US" dirty="0"/>
              <a:t>Permanence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FDE5B-CD1D-C2B4-4497-F0FC98C014CB}"/>
              </a:ext>
            </a:extLst>
          </p:cNvPr>
          <p:cNvSpPr txBox="1"/>
          <p:nvPr/>
        </p:nvSpPr>
        <p:spPr>
          <a:xfrm>
            <a:off x="8137344" y="5105086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</a:rPr>
              <a:t>Realized Features</a:t>
            </a:r>
          </a:p>
        </p:txBody>
      </p:sp>
    </p:spTree>
    <p:extLst>
      <p:ext uri="{BB962C8B-B14F-4D97-AF65-F5344CB8AC3E}">
        <p14:creationId xmlns:p14="http://schemas.microsoft.com/office/powerpoint/2010/main" val="399469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ED8E-0702-B8E4-A160-0F1B087A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F3F67BA-244A-8B22-7198-3B5982F5E521}"/>
              </a:ext>
            </a:extLst>
          </p:cNvPr>
          <p:cNvSpPr/>
          <p:nvPr/>
        </p:nvSpPr>
        <p:spPr>
          <a:xfrm>
            <a:off x="6539625" y="4061047"/>
            <a:ext cx="4365621" cy="1134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0B119-3A73-74E8-C867-AB0140BB3B70}"/>
              </a:ext>
            </a:extLst>
          </p:cNvPr>
          <p:cNvSpPr/>
          <p:nvPr/>
        </p:nvSpPr>
        <p:spPr>
          <a:xfrm>
            <a:off x="1077236" y="4061046"/>
            <a:ext cx="4365621" cy="10643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764D-04ED-06D5-1E24-7AB4BBAF7FEA}"/>
              </a:ext>
            </a:extLst>
          </p:cNvPr>
          <p:cNvSpPr/>
          <p:nvPr/>
        </p:nvSpPr>
        <p:spPr>
          <a:xfrm>
            <a:off x="6539625" y="1236829"/>
            <a:ext cx="4365621" cy="2335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AC2DED-32CC-0E67-D9C9-36C30D3DCD77}"/>
              </a:ext>
            </a:extLst>
          </p:cNvPr>
          <p:cNvSpPr/>
          <p:nvPr/>
        </p:nvSpPr>
        <p:spPr>
          <a:xfrm>
            <a:off x="1077236" y="1236829"/>
            <a:ext cx="4365621" cy="23351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C917D-56D3-6F1B-2CB9-BDA328ADFCE4}"/>
              </a:ext>
            </a:extLst>
          </p:cNvPr>
          <p:cNvSpPr txBox="1"/>
          <p:nvPr/>
        </p:nvSpPr>
        <p:spPr>
          <a:xfrm flipH="1">
            <a:off x="1077236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Compiled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F30FB-8692-C516-19E4-7FE10C77820E}"/>
              </a:ext>
            </a:extLst>
          </p:cNvPr>
          <p:cNvSpPr txBox="1"/>
          <p:nvPr/>
        </p:nvSpPr>
        <p:spPr>
          <a:xfrm flipH="1">
            <a:off x="6440463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Interpreted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B6E4C-EEA3-CD05-B716-8B39A4BD3832}"/>
              </a:ext>
            </a:extLst>
          </p:cNvPr>
          <p:cNvSpPr txBox="1"/>
          <p:nvPr/>
        </p:nvSpPr>
        <p:spPr>
          <a:xfrm>
            <a:off x="1164921" y="2024147"/>
            <a:ext cx="41449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Compiler.</a:t>
            </a:r>
          </a:p>
          <a:p>
            <a:pPr marL="342900" indent="-342900">
              <a:buAutoNum type="arabicPeriod"/>
            </a:pPr>
            <a:r>
              <a:rPr lang="en-US" dirty="0"/>
              <a:t>Libraries (archives and so’s).</a:t>
            </a:r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4F534-EDAC-650B-F919-6C44F93929FB}"/>
              </a:ext>
            </a:extLst>
          </p:cNvPr>
          <p:cNvSpPr txBox="1"/>
          <p:nvPr/>
        </p:nvSpPr>
        <p:spPr>
          <a:xfrm>
            <a:off x="6578252" y="2024147"/>
            <a:ext cx="414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Virtual environment.</a:t>
            </a:r>
          </a:p>
          <a:p>
            <a:pPr marL="342900" indent="-342900">
              <a:buAutoNum type="arabicPeriod"/>
            </a:pPr>
            <a:r>
              <a:rPr lang="en-US" dirty="0"/>
              <a:t>Packages.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F43B9-8D44-3141-5DEA-7FE22F8A3ECF}"/>
              </a:ext>
            </a:extLst>
          </p:cNvPr>
          <p:cNvSpPr txBox="1"/>
          <p:nvPr/>
        </p:nvSpPr>
        <p:spPr>
          <a:xfrm>
            <a:off x="1164921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0098B-4BD9-625F-E3FA-DA5F2E5DE9D2}"/>
              </a:ext>
            </a:extLst>
          </p:cNvPr>
          <p:cNvSpPr txBox="1"/>
          <p:nvPr/>
        </p:nvSpPr>
        <p:spPr>
          <a:xfrm>
            <a:off x="6578252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102A18B-9605-8178-07D3-C46D301962F6}"/>
              </a:ext>
            </a:extLst>
          </p:cNvPr>
          <p:cNvSpPr/>
          <p:nvPr/>
        </p:nvSpPr>
        <p:spPr>
          <a:xfrm>
            <a:off x="707571" y="1338943"/>
            <a:ext cx="283029" cy="20265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5101C-4C7F-646B-ECCF-237AEA40A219}"/>
              </a:ext>
            </a:extLst>
          </p:cNvPr>
          <p:cNvSpPr txBox="1"/>
          <p:nvPr/>
        </p:nvSpPr>
        <p:spPr>
          <a:xfrm rot="16200000">
            <a:off x="-63121" y="2167537"/>
            <a:ext cx="117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B3225-8918-F650-2C99-0496FDC4FB57}"/>
              </a:ext>
            </a:extLst>
          </p:cNvPr>
          <p:cNvSpPr txBox="1"/>
          <p:nvPr/>
        </p:nvSpPr>
        <p:spPr>
          <a:xfrm>
            <a:off x="4358988" y="3691714"/>
            <a:ext cx="320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Event:  you share with another.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B5D0B-315A-71FD-2D53-840A1FA085F9}"/>
              </a:ext>
            </a:extLst>
          </p:cNvPr>
          <p:cNvSpPr txBox="1"/>
          <p:nvPr/>
        </p:nvSpPr>
        <p:spPr>
          <a:xfrm>
            <a:off x="1049944" y="4131540"/>
            <a:ext cx="4259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 using a container approach.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46DDD-E70A-76BD-0092-582FA72FF349}"/>
              </a:ext>
            </a:extLst>
          </p:cNvPr>
          <p:cNvSpPr txBox="1"/>
          <p:nvPr/>
        </p:nvSpPr>
        <p:spPr>
          <a:xfrm>
            <a:off x="6578252" y="4131540"/>
            <a:ext cx="4144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 using a container approach.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556ABB-E61D-B2D9-286F-806F7B01DC18}"/>
              </a:ext>
            </a:extLst>
          </p:cNvPr>
          <p:cNvSpPr txBox="1"/>
          <p:nvPr/>
        </p:nvSpPr>
        <p:spPr>
          <a:xfrm>
            <a:off x="979491" y="5337370"/>
            <a:ext cx="4735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Concerns: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Module system---no.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Compiler---no.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Libraries---no.</a:t>
            </a: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rgbClr val="FF40FF"/>
                </a:solidFill>
              </a:rPr>
              <a:t>Makefile</a:t>
            </a:r>
            <a:r>
              <a:rPr lang="en-US" dirty="0">
                <a:solidFill>
                  <a:srgbClr val="FF40FF"/>
                </a:solidFill>
              </a:rPr>
              <a:t>---no.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A754C-A586-5EB1-348F-EC93BE11F979}"/>
              </a:ext>
            </a:extLst>
          </p:cNvPr>
          <p:cNvSpPr txBox="1"/>
          <p:nvPr/>
        </p:nvSpPr>
        <p:spPr>
          <a:xfrm>
            <a:off x="6440463" y="5337370"/>
            <a:ext cx="4735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Concerns: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Module system---no.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Virtual environment---no.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Packages---no.</a:t>
            </a:r>
          </a:p>
        </p:txBody>
      </p:sp>
    </p:spTree>
    <p:extLst>
      <p:ext uri="{BB962C8B-B14F-4D97-AF65-F5344CB8AC3E}">
        <p14:creationId xmlns:p14="http://schemas.microsoft.com/office/powerpoint/2010/main" val="230176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451</Words>
  <Application>Microsoft Macintosh PowerPoint</Application>
  <PresentationFormat>Widescreen</PresentationFormat>
  <Paragraphs>75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2</cp:revision>
  <dcterms:created xsi:type="dcterms:W3CDTF">2026-04-20T17:36:51Z</dcterms:created>
  <dcterms:modified xsi:type="dcterms:W3CDTF">2026-04-20T18:24:10Z</dcterms:modified>
</cp:coreProperties>
</file>
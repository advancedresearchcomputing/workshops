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8"/>
  </p:normalViewPr>
  <p:slideViewPr>
    <p:cSldViewPr snapToGrid="0">
      <p:cViewPr varScale="1">
        <p:scale>
          <a:sx n="102" d="100"/>
          <a:sy n="102" d="100"/>
        </p:scale>
        <p:origin x="19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287D6-D08F-E849-8C8A-7BAB0577829C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C31AD-B0E5-FE4D-9CA6-84480C966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90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2052A-0CA7-B930-91E4-24ECC7C64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74AC6-4D51-5371-351D-D97F5B4CA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9126B-E420-8E8A-1571-B04952EE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82D7-F9AD-EB49-B758-341D14314046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4E178-886E-31DA-15B9-80BC51CC5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E59F0-BDE9-8711-BBB3-969191D63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6F45-D58E-3B48-B4DA-DE7148F50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174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D2696-624F-FE4D-2E0F-980E62C6A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5D35B-25CA-2166-7D23-83987D591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24CE9-11DA-35B1-F1F3-8924A9E5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82D7-F9AD-EB49-B758-341D14314046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09BF5-E8C9-B5BA-695C-ADDF2B3FC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8C1AA-8BAC-804B-96C2-0F027A5B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6F45-D58E-3B48-B4DA-DE7148F50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89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32024-9E95-774D-BE9A-874A52225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C591A-23C7-3B6F-09D3-F10DD4CE5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AEF40-2EF8-F768-7141-E27852FB2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82D7-F9AD-EB49-B758-341D14314046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EAAD6-DD14-DBDD-29A5-BACB51D70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A1C70-1583-BF7D-6BB9-8B4038D20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6F45-D58E-3B48-B4DA-DE7148F50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89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3411-3D4E-4419-4541-890E0A097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C440E-2C19-17CA-77F4-8789A7F3A4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56A55-B605-C6F3-69BC-B41B500B1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2FFB9-AA88-629E-250C-6979B98E6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82D7-F9AD-EB49-B758-341D14314046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F5B88-4C6D-8C91-53EE-4B3201373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B88FA-AF4D-75BE-7873-3DA72D15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6F45-D58E-3B48-B4DA-DE7148F50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66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F578A-6F10-2B99-1821-B72587968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DB880-5372-1739-DCA2-09D27DEE3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F71E0-D381-AD74-A33C-9717D8B1C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B48555-26F4-6440-2D84-49CBF60993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3CCC25-7ED3-C7D5-2064-1995A8D73D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572F3-9CA0-A63E-885B-398C35F02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82D7-F9AD-EB49-B758-341D14314046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21250E-3B1A-8D8C-B338-85F11DA72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107CC6-96E4-31D0-C69A-3716466F9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6F45-D58E-3B48-B4DA-DE7148F50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53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3725-0963-618F-F00B-3682F35F4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BE3110-20BB-1AE6-4F32-87FC2FCBE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82D7-F9AD-EB49-B758-341D14314046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922C5-0B53-EB87-518D-7462F252E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08F9D-5900-0A0A-A5ED-C0FD4AB26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6F45-D58E-3B48-B4DA-DE7148F50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5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563AD3-F371-68ED-8D7A-B0F443BD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82D7-F9AD-EB49-B758-341D14314046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6334A2-7310-FE93-526C-6C7A9C468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B90C1-5F6D-29AF-B652-1D3C9145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6F45-D58E-3B48-B4DA-DE7148F50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29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ACED0-F9C4-15AF-6524-C82EDF70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09B7F-0271-977C-1434-17F834DB9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036DE-DD01-19CE-0754-D7878EC25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9A52B-5BD7-0503-B587-C6410E69F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82D7-F9AD-EB49-B758-341D14314046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B2F33B-DC39-2A7F-DCAF-ACF22F658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488EA-6DD3-DE45-8F81-9DA355FB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6F45-D58E-3B48-B4DA-DE7148F50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84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BABF8-89DC-323F-1818-94D660AA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0AE98F-7D01-7928-BAE8-430A54D81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1E2C5-5D89-BA99-703E-B773B67A7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5D203-75C0-9530-E131-EF786BD4D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82D7-F9AD-EB49-B758-341D14314046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BBCB-FB5C-A19B-7024-D313B5FA8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9E41A-7D37-E758-E740-FE0838C0D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6F45-D58E-3B48-B4DA-DE7148F50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04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88B6C-7407-2EAF-9CF7-280F10D13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03FA61-502E-F501-65E6-8A0E1B7407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DEE8A-5957-8E5A-DA9A-93CCFA05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82D7-F9AD-EB49-B758-341D14314046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F4C8E-27D5-E8C4-2604-705F493AA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A0109-5CE9-454B-F579-32F95E6EA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6F45-D58E-3B48-B4DA-DE7148F50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29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B2FF7D-247D-88F4-22A9-F6BC43F1CE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3FB47D-1061-196A-D43E-2658798EE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65514-5492-8967-4C11-B948D18C6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82D7-F9AD-EB49-B758-341D14314046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C7EE2-D7A8-2B25-07F8-A44480205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9C5DB-F2C0-1F7F-2335-20BFDFDD1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6F45-D58E-3B48-B4DA-DE7148F50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26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F4CF66-28D3-5829-C3DC-7FA6ADD4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895DD-EE0B-5923-DB96-BD2F4A0F4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1EE67-2C57-6FA7-86D1-EFB846C3C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282D7-F9AD-EB49-B758-341D14314046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C6788-E7C9-1462-CEC9-5A69A3BCB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714C5-DAF2-B2F8-4817-6A62B7CF4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F6F45-D58E-3B48-B4DA-DE7148F50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43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5142345" y="2164169"/>
            <a:ext cx="664029" cy="664028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147787" y="2648583"/>
            <a:ext cx="664029" cy="185057"/>
          </a:xfrm>
          <a:prstGeom prst="rect">
            <a:avLst/>
          </a:prstGeom>
          <a:solidFill>
            <a:srgbClr val="E59D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294745" y="2316569"/>
            <a:ext cx="664029" cy="664028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300187" y="2799019"/>
            <a:ext cx="664029" cy="185057"/>
          </a:xfrm>
          <a:prstGeom prst="rect">
            <a:avLst/>
          </a:prstGeom>
          <a:solidFill>
            <a:srgbClr val="E59D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884702" y="1641654"/>
            <a:ext cx="2623458" cy="1828055"/>
          </a:xfrm>
          <a:prstGeom prst="rect">
            <a:avLst/>
          </a:prstGeom>
          <a:noFill/>
          <a:ln w="28575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4977189" y="1639417"/>
            <a:ext cx="99434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 nodes</a:t>
            </a: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6041640" y="1639417"/>
            <a:ext cx="12252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nodes</a:t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5447145" y="2468969"/>
            <a:ext cx="664029" cy="664028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4154785" y="2954746"/>
            <a:ext cx="66402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5458344" y="2954746"/>
            <a:ext cx="664029" cy="185057"/>
          </a:xfrm>
          <a:prstGeom prst="rect">
            <a:avLst/>
          </a:prstGeom>
          <a:solidFill>
            <a:srgbClr val="E59D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579314" y="4876800"/>
            <a:ext cx="1240971" cy="326571"/>
          </a:xfrm>
          <a:prstGeom prst="rect">
            <a:avLst/>
          </a:prstGeom>
          <a:solidFill>
            <a:srgbClr val="8CD872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386342" y="4876799"/>
            <a:ext cx="1240971" cy="326571"/>
          </a:xfrm>
          <a:prstGeom prst="rect">
            <a:avLst/>
          </a:prstGeom>
          <a:solidFill>
            <a:srgbClr val="8CD872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166258" y="4876798"/>
            <a:ext cx="1240971" cy="326571"/>
          </a:xfrm>
          <a:prstGeom prst="rect">
            <a:avLst/>
          </a:prstGeom>
          <a:solidFill>
            <a:srgbClr val="8CD872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9919518" y="4876797"/>
            <a:ext cx="1240971" cy="326571"/>
          </a:xfrm>
          <a:prstGeom prst="rect">
            <a:avLst/>
          </a:prstGeom>
          <a:solidFill>
            <a:srgbClr val="8CD872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8146396" y="4162815"/>
            <a:ext cx="1023037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957514" y="5473940"/>
            <a:ext cx="1621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devices features</a:t>
            </a:r>
            <a:endParaRPr dirty="0"/>
          </a:p>
        </p:txBody>
      </p:sp>
      <p:sp>
        <p:nvSpPr>
          <p:cNvPr id="136" name="Google Shape;136;p5"/>
          <p:cNvSpPr/>
          <p:nvPr/>
        </p:nvSpPr>
        <p:spPr>
          <a:xfrm>
            <a:off x="6359455" y="2178783"/>
            <a:ext cx="664029" cy="664028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364897" y="2663197"/>
            <a:ext cx="664029" cy="185057"/>
          </a:xfrm>
          <a:prstGeom prst="rect">
            <a:avLst/>
          </a:prstGeom>
          <a:solidFill>
            <a:srgbClr val="E59D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511855" y="2331183"/>
            <a:ext cx="664029" cy="664028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517297" y="2813633"/>
            <a:ext cx="664029" cy="185057"/>
          </a:xfrm>
          <a:prstGeom prst="rect">
            <a:avLst/>
          </a:prstGeom>
          <a:solidFill>
            <a:srgbClr val="E59D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664255" y="2483583"/>
            <a:ext cx="664029" cy="664028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675454" y="2969360"/>
            <a:ext cx="664029" cy="185057"/>
          </a:xfrm>
          <a:prstGeom prst="rect">
            <a:avLst/>
          </a:prstGeom>
          <a:solidFill>
            <a:srgbClr val="E59D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5"/>
          <p:cNvCxnSpPr>
            <a:stCxn id="128" idx="3"/>
            <a:endCxn id="129" idx="1"/>
          </p:cNvCxnSpPr>
          <p:nvPr/>
        </p:nvCxnSpPr>
        <p:spPr>
          <a:xfrm rot="10800000" flipH="1">
            <a:off x="4818814" y="3047223"/>
            <a:ext cx="639600" cy="768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3" name="Google Shape;143;p5"/>
          <p:cNvSpPr txBox="1"/>
          <p:nvPr/>
        </p:nvSpPr>
        <p:spPr>
          <a:xfrm>
            <a:off x="3121217" y="2035847"/>
            <a:ext cx="91130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Nodes of a cluster</a:t>
            </a:r>
            <a:endParaRPr/>
          </a:p>
        </p:txBody>
      </p:sp>
      <p:cxnSp>
        <p:nvCxnSpPr>
          <p:cNvPr id="144" name="Google Shape;144;p5"/>
          <p:cNvCxnSpPr>
            <a:stCxn id="143" idx="0"/>
            <a:endCxn id="124" idx="1"/>
          </p:cNvCxnSpPr>
          <p:nvPr/>
        </p:nvCxnSpPr>
        <p:spPr>
          <a:xfrm rot="-5400000" flipH="1">
            <a:off x="3970768" y="1641947"/>
            <a:ext cx="519900" cy="1307700"/>
          </a:xfrm>
          <a:prstGeom prst="curvedConnector4">
            <a:avLst>
              <a:gd name="adj1" fmla="val -43970"/>
              <a:gd name="adj2" fmla="val 67427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145;p5"/>
          <p:cNvCxnSpPr>
            <a:stCxn id="129" idx="2"/>
            <a:endCxn id="130" idx="0"/>
          </p:cNvCxnSpPr>
          <p:nvPr/>
        </p:nvCxnSpPr>
        <p:spPr>
          <a:xfrm rot="5400000">
            <a:off x="3626609" y="2713053"/>
            <a:ext cx="1737000" cy="2590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6" name="Google Shape;146;p5"/>
          <p:cNvCxnSpPr>
            <a:stCxn id="129" idx="2"/>
            <a:endCxn id="131" idx="0"/>
          </p:cNvCxnSpPr>
          <p:nvPr/>
        </p:nvCxnSpPr>
        <p:spPr>
          <a:xfrm rot="5400000">
            <a:off x="4530059" y="3616503"/>
            <a:ext cx="1737000" cy="7836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7" name="Google Shape;147;p5"/>
          <p:cNvCxnSpPr>
            <a:stCxn id="129" idx="2"/>
            <a:endCxn id="132" idx="0"/>
          </p:cNvCxnSpPr>
          <p:nvPr/>
        </p:nvCxnSpPr>
        <p:spPr>
          <a:xfrm rot="-5400000" flipH="1">
            <a:off x="5420009" y="3510153"/>
            <a:ext cx="1737000" cy="9963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8" name="Google Shape;148;p5"/>
          <p:cNvCxnSpPr>
            <a:stCxn id="129" idx="2"/>
            <a:endCxn id="133" idx="0"/>
          </p:cNvCxnSpPr>
          <p:nvPr/>
        </p:nvCxnSpPr>
        <p:spPr>
          <a:xfrm rot="-5400000" flipH="1">
            <a:off x="7296659" y="1633503"/>
            <a:ext cx="1737000" cy="47496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9" name="Google Shape;149;p5"/>
          <p:cNvSpPr txBox="1"/>
          <p:nvPr/>
        </p:nvSpPr>
        <p:spPr>
          <a:xfrm>
            <a:off x="2468261" y="5289140"/>
            <a:ext cx="30045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size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access speed</a:t>
            </a:r>
            <a:endParaRPr sz="1800">
              <a:solidFill>
                <a:schemeClr val="dk1"/>
              </a:solidFill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file permanence</a:t>
            </a:r>
            <a:endParaRPr sz="1800">
              <a:solidFill>
                <a:schemeClr val="dk1"/>
              </a:solidFill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accessibility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" name="Google Shape;135;p5">
            <a:extLst>
              <a:ext uri="{FF2B5EF4-FFF2-40B4-BE49-F238E27FC236}">
                <a16:creationId xmlns:a16="http://schemas.microsoft.com/office/drawing/2014/main" id="{4AC0F9BC-6A2D-46A8-FBA0-8238C83A70CA}"/>
              </a:ext>
            </a:extLst>
          </p:cNvPr>
          <p:cNvSpPr txBox="1"/>
          <p:nvPr/>
        </p:nvSpPr>
        <p:spPr>
          <a:xfrm>
            <a:off x="581759" y="4008303"/>
            <a:ext cx="16218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devices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</Words>
  <Application>Microsoft Macintosh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1</cp:revision>
  <dcterms:created xsi:type="dcterms:W3CDTF">2026-07-02T17:15:19Z</dcterms:created>
  <dcterms:modified xsi:type="dcterms:W3CDTF">2026-07-02T17:16:53Z</dcterms:modified>
</cp:coreProperties>
</file>
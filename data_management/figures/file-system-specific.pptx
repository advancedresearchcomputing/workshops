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8"/>
  </p:normalViewPr>
  <p:slideViewPr>
    <p:cSldViewPr snapToGrid="0">
      <p:cViewPr varScale="1">
        <p:scale>
          <a:sx n="128" d="100"/>
          <a:sy n="128" d="100"/>
        </p:scale>
        <p:origin x="3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F71295-7F15-DB4C-8087-040443D766D6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FCACA4-1F5D-1348-938B-3547EA237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2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A6BA-4656-AC88-ABF1-3509D7565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F85C15-E508-AEA2-2EF3-6DFCE3356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9DFD6-5EE9-F33E-C719-227EF10CF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AE92-5EEA-566B-240E-64AF224B5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62D1D-9294-2AC4-1178-FC159D9AD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177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5F8BF-8994-116D-7519-0EA83756C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F24E6-52A8-B6F4-9C6E-62CF85E99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44C97E-D657-F978-157D-F55E7390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81A400-B05A-33CB-4480-73E21A2A5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237C0-38B0-75CC-38D3-59B3DEF0B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6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8D27B-41FE-DB19-0E71-31469865E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B6008-438E-E118-383C-D478F7D49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A1E7F-87C0-FA67-1855-306E06E8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70A39F-18D5-37AF-2BAD-6363141A8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5FEBE-B945-256A-BC29-8D233E3A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650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6DA47-D96A-572E-7311-D38D6C3C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29EC51-05F3-8463-065C-2917EFB1F3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C2473C-9AF6-BC82-0A94-82F9958B8A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60FA67-A4AD-93BC-5501-B4C89700A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AB357-BA3C-852F-1B1A-FD98CFA9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89A0A-690A-6E29-0492-CD947568D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88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04409-D5C5-8848-8F4A-65CDAC763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5E90-C742-E368-D07D-E81C9197F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915D0E-F8D4-AFF5-B7E0-7C75E40C79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E2ABAB5-AD31-3CE8-F5DE-7B8AFAC97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C290B3-FD9F-90E9-9D73-D26FB4E6E5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2600F-B4D9-0821-062E-BF00E956D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B30CCD-0EE2-3C3C-B4BE-7680D856D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1B64C32-483B-19EA-D583-B6462D213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62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491C4-7508-C602-2422-D6CED5A1E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FF97C5-9E2C-20CE-D2C1-A6278028F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674CD3-D13B-DAA0-2EE1-1506CB036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396320-364E-3B5F-773E-10647F01E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93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54386A-5A5D-3D2D-5903-523C20BC7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33F68-5C52-0461-8762-B002D1F10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E036E-2AA5-4B87-93B5-85416C28A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85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6ECD93-A080-DF14-F6D1-0AAD8E4D1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F5190-055F-1A5D-D5A4-7CD8C8AB5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3E87B-2546-CE89-C1FD-25F857594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2AA22A-FEE9-D19D-6B2E-E4841B07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F70CE-BC58-7B99-8541-3D9596AB1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C4234F-7322-6309-10E3-4726801B7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532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C5C6-3AF5-4FE0-B618-057434462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A9B4ED-034D-0701-8B76-BE0BDD6BEB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CAD49-0DB1-5D8F-3A30-4AAC117827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04DFBC-72A6-749E-5FF7-BEA706D19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D32420-A1C6-0E2A-6BD9-62D52CED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763016-652B-3761-5F99-EB0AD9244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026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F1808-3408-CA2A-2751-146E5716E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31575D-B869-8BEA-F6CE-1EAB7ED4C4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2D072-61B4-9ACE-6642-43A6C2BAE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76C40-6365-DAC9-1361-5B37CE69B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D821D-8F66-13B0-06D3-24BDD1CB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92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8F0670-ABCC-02B9-B2E8-219E5577EE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5CF024-D722-0B14-0823-2F813980EC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D524B8-C8A8-4C82-CC9B-F19A93F1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AAFE7-13DE-95B5-147C-1A3A4D92A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E4383-C1B6-94D7-9259-5733CE5A4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629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FBEE46-4ACB-0BA6-1E0B-8EE41F5E9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3E861-18F6-E6E2-EF87-A66550E446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3C906E-04BA-16D6-63B7-E5705326B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5A9C5-5731-614E-BD49-9DDD435A6260}" type="datetimeFigureOut">
              <a:rPr lang="en-US" smtClean="0"/>
              <a:t>7/2/26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6BF38-5FED-6D78-17BB-A7CAC41525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0D035-1F11-738B-6D6E-3AB23DD05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5A0E-A05E-EE49-92DF-5D10B55941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0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"/>
          <p:cNvSpPr/>
          <p:nvPr/>
        </p:nvSpPr>
        <p:spPr>
          <a:xfrm>
            <a:off x="3401231" y="21641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3406673" y="2648583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553631" y="23165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559073" y="2799019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143588" y="1641654"/>
            <a:ext cx="2623458" cy="1828055"/>
          </a:xfrm>
          <a:prstGeom prst="rect">
            <a:avLst/>
          </a:prstGeom>
          <a:noFill/>
          <a:ln w="38100" cap="flat" cmpd="sng">
            <a:solidFill>
              <a:srgbClr val="F2A98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 txBox="1"/>
          <p:nvPr/>
        </p:nvSpPr>
        <p:spPr>
          <a:xfrm>
            <a:off x="3236075" y="1639417"/>
            <a:ext cx="99434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 nodes</a:t>
            </a:r>
            <a:endParaRPr/>
          </a:p>
        </p:txBody>
      </p:sp>
      <p:sp>
        <p:nvSpPr>
          <p:cNvPr id="162" name="Google Shape;162;p7"/>
          <p:cNvSpPr txBox="1"/>
          <p:nvPr/>
        </p:nvSpPr>
        <p:spPr>
          <a:xfrm>
            <a:off x="4300526" y="1639417"/>
            <a:ext cx="12252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nodes</a:t>
            </a:r>
            <a:endParaRPr/>
          </a:p>
        </p:txBody>
      </p:sp>
      <p:sp>
        <p:nvSpPr>
          <p:cNvPr id="163" name="Google Shape;163;p7"/>
          <p:cNvSpPr/>
          <p:nvPr/>
        </p:nvSpPr>
        <p:spPr>
          <a:xfrm>
            <a:off x="3706031" y="2468969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7"/>
          <p:cNvSpPr txBox="1"/>
          <p:nvPr/>
        </p:nvSpPr>
        <p:spPr>
          <a:xfrm>
            <a:off x="2413671" y="2954746"/>
            <a:ext cx="664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717230" y="2954746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838200" y="4876800"/>
            <a:ext cx="1240971" cy="326571"/>
          </a:xfrm>
          <a:prstGeom prst="rect">
            <a:avLst/>
          </a:prstGeom>
          <a:solidFill>
            <a:srgbClr val="00FF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2645228" y="4876799"/>
            <a:ext cx="1240971" cy="326571"/>
          </a:xfrm>
          <a:prstGeom prst="rect">
            <a:avLst/>
          </a:prstGeom>
          <a:solidFill>
            <a:srgbClr val="00FF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4479472" y="4876798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6547458" y="4876798"/>
            <a:ext cx="1240971" cy="326571"/>
          </a:xfrm>
          <a:prstGeom prst="rect">
            <a:avLst/>
          </a:prstGeom>
          <a:solidFill>
            <a:srgbClr val="8CD872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7"/>
          <p:cNvSpPr txBox="1"/>
          <p:nvPr/>
        </p:nvSpPr>
        <p:spPr>
          <a:xfrm>
            <a:off x="183340" y="3657193"/>
            <a:ext cx="1621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devices</a:t>
            </a:r>
            <a:endParaRPr/>
          </a:p>
        </p:txBody>
      </p:sp>
      <p:sp>
        <p:nvSpPr>
          <p:cNvPr id="171" name="Google Shape;171;p7"/>
          <p:cNvSpPr/>
          <p:nvPr/>
        </p:nvSpPr>
        <p:spPr>
          <a:xfrm>
            <a:off x="4618341" y="21787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4623783" y="2663197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770741" y="23311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4776183" y="2813633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4923141" y="2483583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4934340" y="2969360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7"/>
          <p:cNvCxnSpPr>
            <a:stCxn id="164" idx="3"/>
            <a:endCxn id="165" idx="1"/>
          </p:cNvCxnSpPr>
          <p:nvPr/>
        </p:nvCxnSpPr>
        <p:spPr>
          <a:xfrm rot="10800000" flipH="1">
            <a:off x="3077700" y="3047223"/>
            <a:ext cx="639600" cy="768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8" name="Google Shape;178;p7"/>
          <p:cNvSpPr txBox="1"/>
          <p:nvPr/>
        </p:nvSpPr>
        <p:spPr>
          <a:xfrm>
            <a:off x="1380102" y="2035848"/>
            <a:ext cx="1047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1</a:t>
            </a:r>
            <a:endParaRPr/>
          </a:p>
        </p:txBody>
      </p:sp>
      <p:cxnSp>
        <p:nvCxnSpPr>
          <p:cNvPr id="179" name="Google Shape;179;p7"/>
          <p:cNvCxnSpPr>
            <a:stCxn id="178" idx="0"/>
            <a:endCxn id="160" idx="1"/>
          </p:cNvCxnSpPr>
          <p:nvPr/>
        </p:nvCxnSpPr>
        <p:spPr>
          <a:xfrm rot="-5400000" flipH="1">
            <a:off x="2263846" y="1675998"/>
            <a:ext cx="519900" cy="1239600"/>
          </a:xfrm>
          <a:prstGeom prst="curvedConnector4">
            <a:avLst>
              <a:gd name="adj1" fmla="val -43970"/>
              <a:gd name="adj2" fmla="val 71132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0" name="Google Shape;180;p7"/>
          <p:cNvCxnSpPr>
            <a:stCxn id="165" idx="2"/>
            <a:endCxn id="166" idx="0"/>
          </p:cNvCxnSpPr>
          <p:nvPr/>
        </p:nvCxnSpPr>
        <p:spPr>
          <a:xfrm rot="5400000">
            <a:off x="1885495" y="2713053"/>
            <a:ext cx="1737000" cy="25905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2A9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1" name="Google Shape;181;p7"/>
          <p:cNvCxnSpPr>
            <a:stCxn id="165" idx="2"/>
            <a:endCxn id="167" idx="0"/>
          </p:cNvCxnSpPr>
          <p:nvPr/>
        </p:nvCxnSpPr>
        <p:spPr>
          <a:xfrm rot="5400000">
            <a:off x="2788945" y="3616503"/>
            <a:ext cx="1737000" cy="783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2A9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2" name="Google Shape;182;p7"/>
          <p:cNvCxnSpPr>
            <a:stCxn id="165" idx="2"/>
            <a:endCxn id="168" idx="0"/>
          </p:cNvCxnSpPr>
          <p:nvPr/>
        </p:nvCxnSpPr>
        <p:spPr>
          <a:xfrm rot="-5400000" flipH="1">
            <a:off x="3706045" y="3483003"/>
            <a:ext cx="1737000" cy="10506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2A9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3" name="Google Shape;183;p7"/>
          <p:cNvCxnSpPr>
            <a:stCxn id="165" idx="2"/>
            <a:endCxn id="169" idx="0"/>
          </p:cNvCxnSpPr>
          <p:nvPr/>
        </p:nvCxnSpPr>
        <p:spPr>
          <a:xfrm rot="-5400000" flipH="1">
            <a:off x="4740145" y="2448903"/>
            <a:ext cx="1737000" cy="3118800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rgbClr val="F2A982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4" name="Google Shape;184;p7"/>
          <p:cNvCxnSpPr>
            <a:stCxn id="185" idx="2"/>
            <a:endCxn id="168" idx="0"/>
          </p:cNvCxnSpPr>
          <p:nvPr/>
        </p:nvCxnSpPr>
        <p:spPr>
          <a:xfrm rot="5400000">
            <a:off x="6113166" y="2128641"/>
            <a:ext cx="1734900" cy="3761400"/>
          </a:xfrm>
          <a:prstGeom prst="bentConnector3">
            <a:avLst>
              <a:gd name="adj1" fmla="val 64118"/>
            </a:avLst>
          </a:prstGeom>
          <a:noFill/>
          <a:ln w="28575" cap="flat" cmpd="sng">
            <a:solidFill>
              <a:srgbClr val="0432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6" name="Google Shape;186;p7"/>
          <p:cNvSpPr txBox="1"/>
          <p:nvPr/>
        </p:nvSpPr>
        <p:spPr>
          <a:xfrm>
            <a:off x="980157" y="5301588"/>
            <a:ext cx="1001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/scratch</a:t>
            </a:r>
            <a:endParaRPr/>
          </a:p>
        </p:txBody>
      </p:sp>
      <p:sp>
        <p:nvSpPr>
          <p:cNvPr id="187" name="Google Shape;187;p7"/>
          <p:cNvSpPr txBox="1"/>
          <p:nvPr/>
        </p:nvSpPr>
        <p:spPr>
          <a:xfrm>
            <a:off x="2476700" y="5301600"/>
            <a:ext cx="1496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local-scratch</a:t>
            </a:r>
            <a:endParaRPr/>
          </a:p>
        </p:txBody>
      </p:sp>
      <p:sp>
        <p:nvSpPr>
          <p:cNvPr id="188" name="Google Shape;188;p7"/>
          <p:cNvSpPr txBox="1"/>
          <p:nvPr/>
        </p:nvSpPr>
        <p:spPr>
          <a:xfrm>
            <a:off x="4600385" y="5301587"/>
            <a:ext cx="10697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/home</a:t>
            </a:r>
            <a:endParaRPr/>
          </a:p>
        </p:txBody>
      </p:sp>
      <p:sp>
        <p:nvSpPr>
          <p:cNvPr id="189" name="Google Shape;189;p7"/>
          <p:cNvSpPr txBox="1"/>
          <p:nvPr/>
        </p:nvSpPr>
        <p:spPr>
          <a:xfrm>
            <a:off x="6519869" y="5326638"/>
            <a:ext cx="13004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/projects</a:t>
            </a:r>
            <a:endParaRPr/>
          </a:p>
        </p:txBody>
      </p:sp>
      <p:sp>
        <p:nvSpPr>
          <p:cNvPr id="190" name="Google Shape;190;p7"/>
          <p:cNvSpPr/>
          <p:nvPr/>
        </p:nvSpPr>
        <p:spPr>
          <a:xfrm>
            <a:off x="8213303" y="2166257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8218745" y="2650671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8365703" y="2318657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371145" y="2801107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7955660" y="1643742"/>
            <a:ext cx="2623458" cy="1828055"/>
          </a:xfrm>
          <a:prstGeom prst="rect">
            <a:avLst/>
          </a:prstGeom>
          <a:noFill/>
          <a:ln w="38100" cap="flat" cmpd="sng">
            <a:solidFill>
              <a:srgbClr val="0432F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8048147" y="1641505"/>
            <a:ext cx="994340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 nodes</a:t>
            </a:r>
            <a:endParaRPr/>
          </a:p>
        </p:txBody>
      </p:sp>
      <p:sp>
        <p:nvSpPr>
          <p:cNvPr id="196" name="Google Shape;196;p7"/>
          <p:cNvSpPr txBox="1"/>
          <p:nvPr/>
        </p:nvSpPr>
        <p:spPr>
          <a:xfrm>
            <a:off x="9112598" y="1641505"/>
            <a:ext cx="12252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 nodes</a:t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518103" y="2471057"/>
            <a:ext cx="664029" cy="664028"/>
          </a:xfrm>
          <a:prstGeom prst="rect">
            <a:avLst/>
          </a:prstGeom>
          <a:solidFill>
            <a:srgbClr val="FFC00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7"/>
          <p:cNvSpPr txBox="1"/>
          <p:nvPr/>
        </p:nvSpPr>
        <p:spPr>
          <a:xfrm>
            <a:off x="7225743" y="2956834"/>
            <a:ext cx="66402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OS</a:t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8529302" y="2956834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9430413" y="2180871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9435855" y="2665285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9582813" y="2333271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9588255" y="2815721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9735213" y="2485671"/>
            <a:ext cx="664029" cy="664028"/>
          </a:xfrm>
          <a:prstGeom prst="rect">
            <a:avLst/>
          </a:prstGeom>
          <a:solidFill>
            <a:srgbClr val="00B0F0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746412" y="2971448"/>
            <a:ext cx="664029" cy="185057"/>
          </a:xfrm>
          <a:prstGeom prst="rect">
            <a:avLst/>
          </a:prstGeom>
          <a:solidFill>
            <a:srgbClr val="E59D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5" name="Google Shape;205;p7"/>
          <p:cNvCxnSpPr>
            <a:stCxn id="198" idx="3"/>
            <a:endCxn id="185" idx="1"/>
          </p:cNvCxnSpPr>
          <p:nvPr/>
        </p:nvCxnSpPr>
        <p:spPr>
          <a:xfrm rot="10800000" flipH="1">
            <a:off x="7889772" y="3049311"/>
            <a:ext cx="639600" cy="76800"/>
          </a:xfrm>
          <a:prstGeom prst="curvedConnector3">
            <a:avLst>
              <a:gd name="adj1" fmla="val 49995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06" name="Google Shape;206;p7"/>
          <p:cNvSpPr txBox="1"/>
          <p:nvPr/>
        </p:nvSpPr>
        <p:spPr>
          <a:xfrm>
            <a:off x="6192174" y="2037936"/>
            <a:ext cx="104778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cluster 2</a:t>
            </a:r>
            <a:endParaRPr/>
          </a:p>
        </p:txBody>
      </p:sp>
      <p:cxnSp>
        <p:nvCxnSpPr>
          <p:cNvPr id="207" name="Google Shape;207;p7"/>
          <p:cNvCxnSpPr>
            <a:stCxn id="206" idx="0"/>
            <a:endCxn id="194" idx="1"/>
          </p:cNvCxnSpPr>
          <p:nvPr/>
        </p:nvCxnSpPr>
        <p:spPr>
          <a:xfrm rot="-5400000" flipH="1">
            <a:off x="7075918" y="1678086"/>
            <a:ext cx="519900" cy="1239600"/>
          </a:xfrm>
          <a:prstGeom prst="curvedConnector4">
            <a:avLst>
              <a:gd name="adj1" fmla="val -43970"/>
              <a:gd name="adj2" fmla="val 71132"/>
            </a:avLst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08" name="Google Shape;208;p7"/>
          <p:cNvCxnSpPr>
            <a:stCxn id="185" idx="2"/>
            <a:endCxn id="209" idx="0"/>
          </p:cNvCxnSpPr>
          <p:nvPr/>
        </p:nvCxnSpPr>
        <p:spPr>
          <a:xfrm rot="-5400000" flipH="1">
            <a:off x="9022267" y="2980941"/>
            <a:ext cx="1742400" cy="2064300"/>
          </a:xfrm>
          <a:prstGeom prst="bentConnector3">
            <a:avLst>
              <a:gd name="adj1" fmla="val 64055"/>
            </a:avLst>
          </a:prstGeom>
          <a:noFill/>
          <a:ln w="28575" cap="flat" cmpd="sng">
            <a:solidFill>
              <a:srgbClr val="0432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10" name="Google Shape;210;p7"/>
          <p:cNvSpPr/>
          <p:nvPr/>
        </p:nvSpPr>
        <p:spPr>
          <a:xfrm>
            <a:off x="8498197" y="4884209"/>
            <a:ext cx="1240971" cy="326571"/>
          </a:xfrm>
          <a:prstGeom prst="rect">
            <a:avLst/>
          </a:prstGeom>
          <a:solidFill>
            <a:srgbClr val="0432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10305225" y="4884208"/>
            <a:ext cx="1240971" cy="326571"/>
          </a:xfrm>
          <a:prstGeom prst="rect">
            <a:avLst/>
          </a:prstGeom>
          <a:solidFill>
            <a:srgbClr val="0432FF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8672812" y="5308997"/>
            <a:ext cx="100155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/scratch</a:t>
            </a:r>
            <a:endParaRPr/>
          </a:p>
        </p:txBody>
      </p:sp>
      <p:sp>
        <p:nvSpPr>
          <p:cNvPr id="212" name="Google Shape;212;p7"/>
          <p:cNvSpPr txBox="1"/>
          <p:nvPr/>
        </p:nvSpPr>
        <p:spPr>
          <a:xfrm>
            <a:off x="10197550" y="5309000"/>
            <a:ext cx="156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local-scratch</a:t>
            </a:r>
            <a:endParaRPr/>
          </a:p>
        </p:txBody>
      </p:sp>
      <p:cxnSp>
        <p:nvCxnSpPr>
          <p:cNvPr id="213" name="Google Shape;213;p7"/>
          <p:cNvCxnSpPr>
            <a:stCxn id="185" idx="2"/>
            <a:endCxn id="210" idx="0"/>
          </p:cNvCxnSpPr>
          <p:nvPr/>
        </p:nvCxnSpPr>
        <p:spPr>
          <a:xfrm rot="-5400000" flipH="1">
            <a:off x="8118817" y="3884391"/>
            <a:ext cx="1742400" cy="257400"/>
          </a:xfrm>
          <a:prstGeom prst="bentConnector3">
            <a:avLst>
              <a:gd name="adj1" fmla="val 64055"/>
            </a:avLst>
          </a:prstGeom>
          <a:noFill/>
          <a:ln w="28575" cap="flat" cmpd="sng">
            <a:solidFill>
              <a:srgbClr val="0432FF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4" name="Google Shape;214;p7"/>
          <p:cNvCxnSpPr>
            <a:stCxn id="185" idx="2"/>
            <a:endCxn id="169" idx="0"/>
          </p:cNvCxnSpPr>
          <p:nvPr/>
        </p:nvCxnSpPr>
        <p:spPr>
          <a:xfrm rot="5400000">
            <a:off x="7147116" y="3162591"/>
            <a:ext cx="1734900" cy="1693500"/>
          </a:xfrm>
          <a:prstGeom prst="bentConnector3">
            <a:avLst>
              <a:gd name="adj1" fmla="val 64118"/>
            </a:avLst>
          </a:prstGeom>
          <a:noFill/>
          <a:ln w="28575" cap="flat" cmpd="sng">
            <a:solidFill>
              <a:srgbClr val="0432FF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Microsoft Macintosh PowerPoint</Application>
  <PresentationFormat>Widescreen</PresentationFormat>
  <Paragraphs>15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Kuhlman, Chris</dc:creator>
  <cp:lastModifiedBy>Kuhlman, Chris</cp:lastModifiedBy>
  <cp:revision>1</cp:revision>
  <dcterms:created xsi:type="dcterms:W3CDTF">2026-07-02T17:17:33Z</dcterms:created>
  <dcterms:modified xsi:type="dcterms:W3CDTF">2026-07-02T17:18:05Z</dcterms:modified>
</cp:coreProperties>
</file>
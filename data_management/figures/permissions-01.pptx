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/LyPKp9J1mokbwAnbkGm9VMm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7B7ED0-2707-4D6B-8310-18E8CDED59CE}">
  <a:tblStyle styleId="{6E7B7ED0-2707-4D6B-8310-18E8CDED59C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font" Target="fonts/font2.fntdata"/><Relationship Id="rId28" Type="http://schemas.openxmlformats.org/officeDocument/2006/relationships/theme" Target="theme/theme1.xml"/><Relationship Id="rId4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33CF2F37-FEEA-B341-A934-98E54A6162DA}"/>
              </a:ext>
            </a:extLst>
          </p:cNvPr>
          <p:cNvGrpSpPr/>
          <p:nvPr/>
        </p:nvGrpSpPr>
        <p:grpSpPr>
          <a:xfrm>
            <a:off x="1658876" y="2139567"/>
            <a:ext cx="3497750" cy="1125883"/>
            <a:chOff x="1658876" y="2141405"/>
            <a:chExt cx="3497750" cy="1125883"/>
          </a:xfrm>
        </p:grpSpPr>
        <p:cxnSp>
          <p:nvCxnSpPr>
            <p:cNvPr id="2" name="Google Shape;162;g3c6376c4b1f_0_42">
              <a:extLst>
                <a:ext uri="{FF2B5EF4-FFF2-40B4-BE49-F238E27FC236}">
                  <a16:creationId xmlns:a16="http://schemas.microsoft.com/office/drawing/2014/main" id="{C57C44D3-D263-3A2C-B268-EB7F876612E4}"/>
                </a:ext>
              </a:extLst>
            </p:cNvPr>
            <p:cNvCxnSpPr/>
            <p:nvPr/>
          </p:nvCxnSpPr>
          <p:spPr>
            <a:xfrm>
              <a:off x="2198926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" name="Google Shape;163;g3c6376c4b1f_0_42">
              <a:extLst>
                <a:ext uri="{FF2B5EF4-FFF2-40B4-BE49-F238E27FC236}">
                  <a16:creationId xmlns:a16="http://schemas.microsoft.com/office/drawing/2014/main" id="{961F09D5-78B8-BDF4-3B05-843F84772540}"/>
                </a:ext>
              </a:extLst>
            </p:cNvPr>
            <p:cNvCxnSpPr/>
            <p:nvPr/>
          </p:nvCxnSpPr>
          <p:spPr>
            <a:xfrm>
              <a:off x="2494695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" name="Google Shape;164;g3c6376c4b1f_0_42">
              <a:extLst>
                <a:ext uri="{FF2B5EF4-FFF2-40B4-BE49-F238E27FC236}">
                  <a16:creationId xmlns:a16="http://schemas.microsoft.com/office/drawing/2014/main" id="{37C0C48F-8167-5181-4B57-3530DFDF1863}"/>
                </a:ext>
              </a:extLst>
            </p:cNvPr>
            <p:cNvCxnSpPr/>
            <p:nvPr/>
          </p:nvCxnSpPr>
          <p:spPr>
            <a:xfrm>
              <a:off x="2790464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" name="Google Shape;165;g3c6376c4b1f_0_42">
              <a:extLst>
                <a:ext uri="{FF2B5EF4-FFF2-40B4-BE49-F238E27FC236}">
                  <a16:creationId xmlns:a16="http://schemas.microsoft.com/office/drawing/2014/main" id="{F9832359-5F9D-EF04-BAE9-F805C0CF9562}"/>
                </a:ext>
              </a:extLst>
            </p:cNvPr>
            <p:cNvCxnSpPr/>
            <p:nvPr/>
          </p:nvCxnSpPr>
          <p:spPr>
            <a:xfrm>
              <a:off x="3086233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166;g3c6376c4b1f_0_42">
              <a:extLst>
                <a:ext uri="{FF2B5EF4-FFF2-40B4-BE49-F238E27FC236}">
                  <a16:creationId xmlns:a16="http://schemas.microsoft.com/office/drawing/2014/main" id="{441646A0-08B5-DBB7-4040-5592FABABF65}"/>
                </a:ext>
              </a:extLst>
            </p:cNvPr>
            <p:cNvCxnSpPr/>
            <p:nvPr/>
          </p:nvCxnSpPr>
          <p:spPr>
            <a:xfrm>
              <a:off x="3382002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" name="Google Shape;167;g3c6376c4b1f_0_42">
              <a:extLst>
                <a:ext uri="{FF2B5EF4-FFF2-40B4-BE49-F238E27FC236}">
                  <a16:creationId xmlns:a16="http://schemas.microsoft.com/office/drawing/2014/main" id="{D457E7C8-2ECE-0E33-53E3-94D0F15CAE85}"/>
                </a:ext>
              </a:extLst>
            </p:cNvPr>
            <p:cNvCxnSpPr/>
            <p:nvPr/>
          </p:nvCxnSpPr>
          <p:spPr>
            <a:xfrm>
              <a:off x="3677771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168;g3c6376c4b1f_0_42">
              <a:extLst>
                <a:ext uri="{FF2B5EF4-FFF2-40B4-BE49-F238E27FC236}">
                  <a16:creationId xmlns:a16="http://schemas.microsoft.com/office/drawing/2014/main" id="{B7394DB4-26EE-C4C8-B0F2-9A50EE171F93}"/>
                </a:ext>
              </a:extLst>
            </p:cNvPr>
            <p:cNvCxnSpPr/>
            <p:nvPr/>
          </p:nvCxnSpPr>
          <p:spPr>
            <a:xfrm>
              <a:off x="3973540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69;g3c6376c4b1f_0_42">
              <a:extLst>
                <a:ext uri="{FF2B5EF4-FFF2-40B4-BE49-F238E27FC236}">
                  <a16:creationId xmlns:a16="http://schemas.microsoft.com/office/drawing/2014/main" id="{63B27F41-1FE8-CC1C-CD81-29AA1F228585}"/>
                </a:ext>
              </a:extLst>
            </p:cNvPr>
            <p:cNvCxnSpPr/>
            <p:nvPr/>
          </p:nvCxnSpPr>
          <p:spPr>
            <a:xfrm>
              <a:off x="4269309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70;g3c6376c4b1f_0_42">
              <a:extLst>
                <a:ext uri="{FF2B5EF4-FFF2-40B4-BE49-F238E27FC236}">
                  <a16:creationId xmlns:a16="http://schemas.microsoft.com/office/drawing/2014/main" id="{E99489B2-CD8C-3C3E-AB2C-79F7BCF0C93A}"/>
                </a:ext>
              </a:extLst>
            </p:cNvPr>
            <p:cNvCxnSpPr/>
            <p:nvPr/>
          </p:nvCxnSpPr>
          <p:spPr>
            <a:xfrm>
              <a:off x="4565078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71;g3c6376c4b1f_0_42">
              <a:extLst>
                <a:ext uri="{FF2B5EF4-FFF2-40B4-BE49-F238E27FC236}">
                  <a16:creationId xmlns:a16="http://schemas.microsoft.com/office/drawing/2014/main" id="{D7C27331-C2CC-CA17-E12F-2FECC1A80549}"/>
                </a:ext>
              </a:extLst>
            </p:cNvPr>
            <p:cNvCxnSpPr/>
            <p:nvPr/>
          </p:nvCxnSpPr>
          <p:spPr>
            <a:xfrm>
              <a:off x="4860847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72;g3c6376c4b1f_0_42">
              <a:extLst>
                <a:ext uri="{FF2B5EF4-FFF2-40B4-BE49-F238E27FC236}">
                  <a16:creationId xmlns:a16="http://schemas.microsoft.com/office/drawing/2014/main" id="{B5FBAC14-0B6A-B3D5-72E5-A72E1EFFA8C0}"/>
                </a:ext>
              </a:extLst>
            </p:cNvPr>
            <p:cNvCxnSpPr/>
            <p:nvPr/>
          </p:nvCxnSpPr>
          <p:spPr>
            <a:xfrm>
              <a:off x="5156616" y="2917915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73;g3c6376c4b1f_0_42">
              <a:extLst>
                <a:ext uri="{FF2B5EF4-FFF2-40B4-BE49-F238E27FC236}">
                  <a16:creationId xmlns:a16="http://schemas.microsoft.com/office/drawing/2014/main" id="{147272D1-FF54-C3CA-7DFF-E843989B8E21}"/>
                </a:ext>
              </a:extLst>
            </p:cNvPr>
            <p:cNvCxnSpPr/>
            <p:nvPr/>
          </p:nvCxnSpPr>
          <p:spPr>
            <a:xfrm>
              <a:off x="2198926" y="2917915"/>
              <a:ext cx="2957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" name="Google Shape;174;g3c6376c4b1f_0_42">
              <a:extLst>
                <a:ext uri="{FF2B5EF4-FFF2-40B4-BE49-F238E27FC236}">
                  <a16:creationId xmlns:a16="http://schemas.microsoft.com/office/drawing/2014/main" id="{23AC922C-509D-80CF-6096-D611178A3677}"/>
                </a:ext>
              </a:extLst>
            </p:cNvPr>
            <p:cNvCxnSpPr/>
            <p:nvPr/>
          </p:nvCxnSpPr>
          <p:spPr>
            <a:xfrm>
              <a:off x="2198926" y="3256582"/>
              <a:ext cx="2957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" name="Google Shape;176;g3c6376c4b1f_0_42">
              <a:extLst>
                <a:ext uri="{FF2B5EF4-FFF2-40B4-BE49-F238E27FC236}">
                  <a16:creationId xmlns:a16="http://schemas.microsoft.com/office/drawing/2014/main" id="{C0876842-C6FA-1559-A449-D4D3E35007E4}"/>
                </a:ext>
              </a:extLst>
            </p:cNvPr>
            <p:cNvSpPr/>
            <p:nvPr/>
          </p:nvSpPr>
          <p:spPr>
            <a:xfrm rot="5400000">
              <a:off x="2774643" y="2199525"/>
              <a:ext cx="327300" cy="887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7;g3c6376c4b1f_0_42">
              <a:extLst>
                <a:ext uri="{FF2B5EF4-FFF2-40B4-BE49-F238E27FC236}">
                  <a16:creationId xmlns:a16="http://schemas.microsoft.com/office/drawing/2014/main" id="{A3732A11-13D4-DEAB-E79D-801A692E27D7}"/>
                </a:ext>
              </a:extLst>
            </p:cNvPr>
            <p:cNvSpPr/>
            <p:nvPr/>
          </p:nvSpPr>
          <p:spPr>
            <a:xfrm rot="5400000">
              <a:off x="3661959" y="2197614"/>
              <a:ext cx="327300" cy="887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8;g3c6376c4b1f_0_42">
              <a:extLst>
                <a:ext uri="{FF2B5EF4-FFF2-40B4-BE49-F238E27FC236}">
                  <a16:creationId xmlns:a16="http://schemas.microsoft.com/office/drawing/2014/main" id="{5818EEE7-7040-53B4-8D25-B611390AC65A}"/>
                </a:ext>
              </a:extLst>
            </p:cNvPr>
            <p:cNvSpPr/>
            <p:nvPr/>
          </p:nvSpPr>
          <p:spPr>
            <a:xfrm rot="5400000">
              <a:off x="4549258" y="2199070"/>
              <a:ext cx="327300" cy="887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79;g3c6376c4b1f_0_42">
              <a:extLst>
                <a:ext uri="{FF2B5EF4-FFF2-40B4-BE49-F238E27FC236}">
                  <a16:creationId xmlns:a16="http://schemas.microsoft.com/office/drawing/2014/main" id="{7D1D2474-DB6C-9A4C-6B9E-375AABAAC11A}"/>
                </a:ext>
              </a:extLst>
            </p:cNvPr>
            <p:cNvSpPr txBox="1"/>
            <p:nvPr/>
          </p:nvSpPr>
          <p:spPr>
            <a:xfrm>
              <a:off x="2518507" y="2146304"/>
              <a:ext cx="82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</p:txBody>
        </p:sp>
        <p:sp>
          <p:nvSpPr>
            <p:cNvPr id="19" name="Google Shape;180;g3c6376c4b1f_0_42">
              <a:extLst>
                <a:ext uri="{FF2B5EF4-FFF2-40B4-BE49-F238E27FC236}">
                  <a16:creationId xmlns:a16="http://schemas.microsoft.com/office/drawing/2014/main" id="{F2E07D40-7B3E-9438-55A8-ABABF94D7FFA}"/>
                </a:ext>
              </a:extLst>
            </p:cNvPr>
            <p:cNvSpPr txBox="1"/>
            <p:nvPr/>
          </p:nvSpPr>
          <p:spPr>
            <a:xfrm>
              <a:off x="3447949" y="2146304"/>
              <a:ext cx="8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group</a:t>
              </a:r>
              <a:endParaRPr/>
            </a:p>
          </p:txBody>
        </p:sp>
        <p:sp>
          <p:nvSpPr>
            <p:cNvPr id="20" name="Google Shape;181;g3c6376c4b1f_0_42">
              <a:extLst>
                <a:ext uri="{FF2B5EF4-FFF2-40B4-BE49-F238E27FC236}">
                  <a16:creationId xmlns:a16="http://schemas.microsoft.com/office/drawing/2014/main" id="{F15F47DA-A49C-B7B7-1EEE-724F36A3BC7B}"/>
                </a:ext>
              </a:extLst>
            </p:cNvPr>
            <p:cNvSpPr txBox="1"/>
            <p:nvPr/>
          </p:nvSpPr>
          <p:spPr>
            <a:xfrm>
              <a:off x="4356931" y="2146304"/>
              <a:ext cx="712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other</a:t>
              </a:r>
              <a:endParaRPr/>
            </a:p>
          </p:txBody>
        </p:sp>
        <p:sp>
          <p:nvSpPr>
            <p:cNvPr id="21" name="Google Shape;182;g3c6376c4b1f_0_42">
              <a:extLst>
                <a:ext uri="{FF2B5EF4-FFF2-40B4-BE49-F238E27FC236}">
                  <a16:creationId xmlns:a16="http://schemas.microsoft.com/office/drawing/2014/main" id="{A15E988A-2110-1E33-F928-A6846990856B}"/>
                </a:ext>
              </a:extLst>
            </p:cNvPr>
            <p:cNvSpPr txBox="1"/>
            <p:nvPr/>
          </p:nvSpPr>
          <p:spPr>
            <a:xfrm>
              <a:off x="2513999" y="2886689"/>
              <a:ext cx="26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22" name="Google Shape;183;g3c6376c4b1f_0_42">
              <a:extLst>
                <a:ext uri="{FF2B5EF4-FFF2-40B4-BE49-F238E27FC236}">
                  <a16:creationId xmlns:a16="http://schemas.microsoft.com/office/drawing/2014/main" id="{8789883E-FC0B-7837-EDA9-4DAAC9F2C3FC}"/>
                </a:ext>
              </a:extLst>
            </p:cNvPr>
            <p:cNvSpPr txBox="1"/>
            <p:nvPr/>
          </p:nvSpPr>
          <p:spPr>
            <a:xfrm>
              <a:off x="2755355" y="2886689"/>
              <a:ext cx="3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23" name="Google Shape;184;g3c6376c4b1f_0_42">
              <a:extLst>
                <a:ext uri="{FF2B5EF4-FFF2-40B4-BE49-F238E27FC236}">
                  <a16:creationId xmlns:a16="http://schemas.microsoft.com/office/drawing/2014/main" id="{D52CF075-E661-50C7-023A-9B751B9A0CD5}"/>
                </a:ext>
              </a:extLst>
            </p:cNvPr>
            <p:cNvSpPr txBox="1"/>
            <p:nvPr/>
          </p:nvSpPr>
          <p:spPr>
            <a:xfrm>
              <a:off x="3086480" y="2886689"/>
              <a:ext cx="2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4" name="Google Shape;185;g3c6376c4b1f_0_42">
              <a:extLst>
                <a:ext uri="{FF2B5EF4-FFF2-40B4-BE49-F238E27FC236}">
                  <a16:creationId xmlns:a16="http://schemas.microsoft.com/office/drawing/2014/main" id="{6B9A6428-C009-A87A-8632-94DD539F9392}"/>
                </a:ext>
              </a:extLst>
            </p:cNvPr>
            <p:cNvSpPr txBox="1"/>
            <p:nvPr/>
          </p:nvSpPr>
          <p:spPr>
            <a:xfrm>
              <a:off x="3409569" y="2886689"/>
              <a:ext cx="26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25" name="Google Shape;186;g3c6376c4b1f_0_42">
              <a:extLst>
                <a:ext uri="{FF2B5EF4-FFF2-40B4-BE49-F238E27FC236}">
                  <a16:creationId xmlns:a16="http://schemas.microsoft.com/office/drawing/2014/main" id="{5A5239D4-9E64-A4F6-EA2B-BE04DCDF944C}"/>
                </a:ext>
              </a:extLst>
            </p:cNvPr>
            <p:cNvSpPr txBox="1"/>
            <p:nvPr/>
          </p:nvSpPr>
          <p:spPr>
            <a:xfrm>
              <a:off x="3650925" y="2886689"/>
              <a:ext cx="3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26" name="Google Shape;187;g3c6376c4b1f_0_42">
              <a:extLst>
                <a:ext uri="{FF2B5EF4-FFF2-40B4-BE49-F238E27FC236}">
                  <a16:creationId xmlns:a16="http://schemas.microsoft.com/office/drawing/2014/main" id="{94F94D1D-345C-C56D-93B0-3ACD534D7E2A}"/>
                </a:ext>
              </a:extLst>
            </p:cNvPr>
            <p:cNvSpPr txBox="1"/>
            <p:nvPr/>
          </p:nvSpPr>
          <p:spPr>
            <a:xfrm>
              <a:off x="3982050" y="2886689"/>
              <a:ext cx="2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7" name="Google Shape;188;g3c6376c4b1f_0_42">
              <a:extLst>
                <a:ext uri="{FF2B5EF4-FFF2-40B4-BE49-F238E27FC236}">
                  <a16:creationId xmlns:a16="http://schemas.microsoft.com/office/drawing/2014/main" id="{E92D95DA-6722-0E41-EEBB-223063B45B5E}"/>
                </a:ext>
              </a:extLst>
            </p:cNvPr>
            <p:cNvSpPr txBox="1"/>
            <p:nvPr/>
          </p:nvSpPr>
          <p:spPr>
            <a:xfrm>
              <a:off x="4277817" y="2886689"/>
              <a:ext cx="26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28" name="Google Shape;189;g3c6376c4b1f_0_42">
              <a:extLst>
                <a:ext uri="{FF2B5EF4-FFF2-40B4-BE49-F238E27FC236}">
                  <a16:creationId xmlns:a16="http://schemas.microsoft.com/office/drawing/2014/main" id="{4CBDAB47-72E0-CB32-A70C-63220E381705}"/>
                </a:ext>
              </a:extLst>
            </p:cNvPr>
            <p:cNvSpPr txBox="1"/>
            <p:nvPr/>
          </p:nvSpPr>
          <p:spPr>
            <a:xfrm>
              <a:off x="4519173" y="2886689"/>
              <a:ext cx="3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29" name="Google Shape;190;g3c6376c4b1f_0_42">
              <a:extLst>
                <a:ext uri="{FF2B5EF4-FFF2-40B4-BE49-F238E27FC236}">
                  <a16:creationId xmlns:a16="http://schemas.microsoft.com/office/drawing/2014/main" id="{9E042D03-93D3-59DB-F692-0C96B27515D3}"/>
                </a:ext>
              </a:extLst>
            </p:cNvPr>
            <p:cNvSpPr txBox="1"/>
            <p:nvPr/>
          </p:nvSpPr>
          <p:spPr>
            <a:xfrm>
              <a:off x="4850298" y="2886689"/>
              <a:ext cx="2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0" name="Google Shape;191;g3c6376c4b1f_0_42">
              <a:extLst>
                <a:ext uri="{FF2B5EF4-FFF2-40B4-BE49-F238E27FC236}">
                  <a16:creationId xmlns:a16="http://schemas.microsoft.com/office/drawing/2014/main" id="{3C0A4DF4-BAAC-FB43-BE4F-0A278AA51BF6}"/>
                </a:ext>
              </a:extLst>
            </p:cNvPr>
            <p:cNvSpPr/>
            <p:nvPr/>
          </p:nvSpPr>
          <p:spPr>
            <a:xfrm rot="5400000">
              <a:off x="2161232" y="2523910"/>
              <a:ext cx="327300" cy="2520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92;g3c6376c4b1f_0_42">
              <a:extLst>
                <a:ext uri="{FF2B5EF4-FFF2-40B4-BE49-F238E27FC236}">
                  <a16:creationId xmlns:a16="http://schemas.microsoft.com/office/drawing/2014/main" id="{4A84A41C-328E-1D80-C90F-4A51082F6CC1}"/>
                </a:ext>
              </a:extLst>
            </p:cNvPr>
            <p:cNvSpPr txBox="1"/>
            <p:nvPr/>
          </p:nvSpPr>
          <p:spPr>
            <a:xfrm>
              <a:off x="1658876" y="2141405"/>
              <a:ext cx="1071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directory</a:t>
              </a:r>
              <a:endParaRPr/>
            </a:p>
          </p:txBody>
        </p:sp>
        <p:sp>
          <p:nvSpPr>
            <p:cNvPr id="32" name="Google Shape;261;g3c6376c4b1f_0_42">
              <a:extLst>
                <a:ext uri="{FF2B5EF4-FFF2-40B4-BE49-F238E27FC236}">
                  <a16:creationId xmlns:a16="http://schemas.microsoft.com/office/drawing/2014/main" id="{4B995C0E-BBB7-F6D4-F44D-B17CB431261B}"/>
                </a:ext>
              </a:extLst>
            </p:cNvPr>
            <p:cNvSpPr txBox="1"/>
            <p:nvPr/>
          </p:nvSpPr>
          <p:spPr>
            <a:xfrm>
              <a:off x="2231235" y="2897997"/>
              <a:ext cx="2631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d</a:t>
              </a:r>
              <a:endParaRPr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197717F-B9FF-86EC-E9B4-B10AB5BDC98D}"/>
              </a:ext>
            </a:extLst>
          </p:cNvPr>
          <p:cNvGrpSpPr/>
          <p:nvPr/>
        </p:nvGrpSpPr>
        <p:grpSpPr>
          <a:xfrm>
            <a:off x="6724812" y="2139567"/>
            <a:ext cx="3497750" cy="1125892"/>
            <a:chOff x="6724812" y="2139567"/>
            <a:chExt cx="3497750" cy="1125892"/>
          </a:xfrm>
        </p:grpSpPr>
        <p:cxnSp>
          <p:nvCxnSpPr>
            <p:cNvPr id="33" name="Google Shape;162;g3c6376c4b1f_0_42">
              <a:extLst>
                <a:ext uri="{FF2B5EF4-FFF2-40B4-BE49-F238E27FC236}">
                  <a16:creationId xmlns:a16="http://schemas.microsoft.com/office/drawing/2014/main" id="{4A7FE37C-5633-064D-4B78-4E03ADA10E6F}"/>
                </a:ext>
              </a:extLst>
            </p:cNvPr>
            <p:cNvCxnSpPr/>
            <p:nvPr/>
          </p:nvCxnSpPr>
          <p:spPr>
            <a:xfrm>
              <a:off x="7264862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163;g3c6376c4b1f_0_42">
              <a:extLst>
                <a:ext uri="{FF2B5EF4-FFF2-40B4-BE49-F238E27FC236}">
                  <a16:creationId xmlns:a16="http://schemas.microsoft.com/office/drawing/2014/main" id="{CAF38DF3-3486-A68C-E15D-E57D2F5DD313}"/>
                </a:ext>
              </a:extLst>
            </p:cNvPr>
            <p:cNvCxnSpPr/>
            <p:nvPr/>
          </p:nvCxnSpPr>
          <p:spPr>
            <a:xfrm>
              <a:off x="7560631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164;g3c6376c4b1f_0_42">
              <a:extLst>
                <a:ext uri="{FF2B5EF4-FFF2-40B4-BE49-F238E27FC236}">
                  <a16:creationId xmlns:a16="http://schemas.microsoft.com/office/drawing/2014/main" id="{99C20A36-8DEF-EA8E-9CC7-9817D1C0021A}"/>
                </a:ext>
              </a:extLst>
            </p:cNvPr>
            <p:cNvCxnSpPr/>
            <p:nvPr/>
          </p:nvCxnSpPr>
          <p:spPr>
            <a:xfrm>
              <a:off x="7856400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165;g3c6376c4b1f_0_42">
              <a:extLst>
                <a:ext uri="{FF2B5EF4-FFF2-40B4-BE49-F238E27FC236}">
                  <a16:creationId xmlns:a16="http://schemas.microsoft.com/office/drawing/2014/main" id="{3C6A5B9A-264A-F0F8-1BEA-1D04442C0553}"/>
                </a:ext>
              </a:extLst>
            </p:cNvPr>
            <p:cNvCxnSpPr/>
            <p:nvPr/>
          </p:nvCxnSpPr>
          <p:spPr>
            <a:xfrm>
              <a:off x="8152169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166;g3c6376c4b1f_0_42">
              <a:extLst>
                <a:ext uri="{FF2B5EF4-FFF2-40B4-BE49-F238E27FC236}">
                  <a16:creationId xmlns:a16="http://schemas.microsoft.com/office/drawing/2014/main" id="{5FAA0469-47F0-3A6F-76A2-9889D58D1407}"/>
                </a:ext>
              </a:extLst>
            </p:cNvPr>
            <p:cNvCxnSpPr/>
            <p:nvPr/>
          </p:nvCxnSpPr>
          <p:spPr>
            <a:xfrm>
              <a:off x="8447938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67;g3c6376c4b1f_0_42">
              <a:extLst>
                <a:ext uri="{FF2B5EF4-FFF2-40B4-BE49-F238E27FC236}">
                  <a16:creationId xmlns:a16="http://schemas.microsoft.com/office/drawing/2014/main" id="{7016437E-5FBD-9399-8996-594E9902E6FC}"/>
                </a:ext>
              </a:extLst>
            </p:cNvPr>
            <p:cNvCxnSpPr/>
            <p:nvPr/>
          </p:nvCxnSpPr>
          <p:spPr>
            <a:xfrm>
              <a:off x="8743707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68;g3c6376c4b1f_0_42">
              <a:extLst>
                <a:ext uri="{FF2B5EF4-FFF2-40B4-BE49-F238E27FC236}">
                  <a16:creationId xmlns:a16="http://schemas.microsoft.com/office/drawing/2014/main" id="{0F687DB8-0FAE-B493-FD58-EBA7548BD2CB}"/>
                </a:ext>
              </a:extLst>
            </p:cNvPr>
            <p:cNvCxnSpPr/>
            <p:nvPr/>
          </p:nvCxnSpPr>
          <p:spPr>
            <a:xfrm>
              <a:off x="9039476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169;g3c6376c4b1f_0_42">
              <a:extLst>
                <a:ext uri="{FF2B5EF4-FFF2-40B4-BE49-F238E27FC236}">
                  <a16:creationId xmlns:a16="http://schemas.microsoft.com/office/drawing/2014/main" id="{D0C8B05C-64F1-C9C8-F9E4-BE5961B51483}"/>
                </a:ext>
              </a:extLst>
            </p:cNvPr>
            <p:cNvCxnSpPr/>
            <p:nvPr/>
          </p:nvCxnSpPr>
          <p:spPr>
            <a:xfrm>
              <a:off x="9335245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170;g3c6376c4b1f_0_42">
              <a:extLst>
                <a:ext uri="{FF2B5EF4-FFF2-40B4-BE49-F238E27FC236}">
                  <a16:creationId xmlns:a16="http://schemas.microsoft.com/office/drawing/2014/main" id="{B9B19542-3212-2632-D957-96A6891257E5}"/>
                </a:ext>
              </a:extLst>
            </p:cNvPr>
            <p:cNvCxnSpPr/>
            <p:nvPr/>
          </p:nvCxnSpPr>
          <p:spPr>
            <a:xfrm>
              <a:off x="9631014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71;g3c6376c4b1f_0_42">
              <a:extLst>
                <a:ext uri="{FF2B5EF4-FFF2-40B4-BE49-F238E27FC236}">
                  <a16:creationId xmlns:a16="http://schemas.microsoft.com/office/drawing/2014/main" id="{18501064-5B3C-C9E1-E149-522100568989}"/>
                </a:ext>
              </a:extLst>
            </p:cNvPr>
            <p:cNvCxnSpPr/>
            <p:nvPr/>
          </p:nvCxnSpPr>
          <p:spPr>
            <a:xfrm>
              <a:off x="9926783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72;g3c6376c4b1f_0_42">
              <a:extLst>
                <a:ext uri="{FF2B5EF4-FFF2-40B4-BE49-F238E27FC236}">
                  <a16:creationId xmlns:a16="http://schemas.microsoft.com/office/drawing/2014/main" id="{BF716294-364B-5B9A-495E-2235474788F8}"/>
                </a:ext>
              </a:extLst>
            </p:cNvPr>
            <p:cNvCxnSpPr/>
            <p:nvPr/>
          </p:nvCxnSpPr>
          <p:spPr>
            <a:xfrm>
              <a:off x="10222552" y="2916077"/>
              <a:ext cx="0" cy="338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173;g3c6376c4b1f_0_42">
              <a:extLst>
                <a:ext uri="{FF2B5EF4-FFF2-40B4-BE49-F238E27FC236}">
                  <a16:creationId xmlns:a16="http://schemas.microsoft.com/office/drawing/2014/main" id="{50471F2B-E2DA-BFF2-19F5-DF6610560BC5}"/>
                </a:ext>
              </a:extLst>
            </p:cNvPr>
            <p:cNvCxnSpPr/>
            <p:nvPr/>
          </p:nvCxnSpPr>
          <p:spPr>
            <a:xfrm>
              <a:off x="7264862" y="2916077"/>
              <a:ext cx="2957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174;g3c6376c4b1f_0_42">
              <a:extLst>
                <a:ext uri="{FF2B5EF4-FFF2-40B4-BE49-F238E27FC236}">
                  <a16:creationId xmlns:a16="http://schemas.microsoft.com/office/drawing/2014/main" id="{7AC47459-C2B6-1F99-836A-89F19D1C3338}"/>
                </a:ext>
              </a:extLst>
            </p:cNvPr>
            <p:cNvCxnSpPr/>
            <p:nvPr/>
          </p:nvCxnSpPr>
          <p:spPr>
            <a:xfrm>
              <a:off x="7264862" y="3254744"/>
              <a:ext cx="2957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6" name="Google Shape;176;g3c6376c4b1f_0_42">
              <a:extLst>
                <a:ext uri="{FF2B5EF4-FFF2-40B4-BE49-F238E27FC236}">
                  <a16:creationId xmlns:a16="http://schemas.microsoft.com/office/drawing/2014/main" id="{9AEF2607-142B-FD20-99B4-E0433DEDE475}"/>
                </a:ext>
              </a:extLst>
            </p:cNvPr>
            <p:cNvSpPr/>
            <p:nvPr/>
          </p:nvSpPr>
          <p:spPr>
            <a:xfrm rot="5400000">
              <a:off x="7840579" y="2197687"/>
              <a:ext cx="327300" cy="887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77;g3c6376c4b1f_0_42">
              <a:extLst>
                <a:ext uri="{FF2B5EF4-FFF2-40B4-BE49-F238E27FC236}">
                  <a16:creationId xmlns:a16="http://schemas.microsoft.com/office/drawing/2014/main" id="{12219152-E4B1-B468-2425-299CDA6F88C4}"/>
                </a:ext>
              </a:extLst>
            </p:cNvPr>
            <p:cNvSpPr/>
            <p:nvPr/>
          </p:nvSpPr>
          <p:spPr>
            <a:xfrm rot="5400000">
              <a:off x="8727895" y="2195776"/>
              <a:ext cx="327300" cy="887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78;g3c6376c4b1f_0_42">
              <a:extLst>
                <a:ext uri="{FF2B5EF4-FFF2-40B4-BE49-F238E27FC236}">
                  <a16:creationId xmlns:a16="http://schemas.microsoft.com/office/drawing/2014/main" id="{838C2EE7-C678-30C2-3761-24F61DF59778}"/>
                </a:ext>
              </a:extLst>
            </p:cNvPr>
            <p:cNvSpPr/>
            <p:nvPr/>
          </p:nvSpPr>
          <p:spPr>
            <a:xfrm rot="5400000">
              <a:off x="9615194" y="2197232"/>
              <a:ext cx="327300" cy="887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79;g3c6376c4b1f_0_42">
              <a:extLst>
                <a:ext uri="{FF2B5EF4-FFF2-40B4-BE49-F238E27FC236}">
                  <a16:creationId xmlns:a16="http://schemas.microsoft.com/office/drawing/2014/main" id="{7B0E1703-1C76-3D14-A890-FA002C4032A8}"/>
                </a:ext>
              </a:extLst>
            </p:cNvPr>
            <p:cNvSpPr txBox="1"/>
            <p:nvPr/>
          </p:nvSpPr>
          <p:spPr>
            <a:xfrm>
              <a:off x="7584443" y="2144466"/>
              <a:ext cx="82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</p:txBody>
        </p:sp>
        <p:sp>
          <p:nvSpPr>
            <p:cNvPr id="50" name="Google Shape;180;g3c6376c4b1f_0_42">
              <a:extLst>
                <a:ext uri="{FF2B5EF4-FFF2-40B4-BE49-F238E27FC236}">
                  <a16:creationId xmlns:a16="http://schemas.microsoft.com/office/drawing/2014/main" id="{105EDB3E-3153-7798-8AF5-564C3FCD7631}"/>
                </a:ext>
              </a:extLst>
            </p:cNvPr>
            <p:cNvSpPr txBox="1"/>
            <p:nvPr/>
          </p:nvSpPr>
          <p:spPr>
            <a:xfrm>
              <a:off x="8513885" y="2144466"/>
              <a:ext cx="8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group</a:t>
              </a:r>
              <a:endParaRPr/>
            </a:p>
          </p:txBody>
        </p:sp>
        <p:sp>
          <p:nvSpPr>
            <p:cNvPr id="51" name="Google Shape;181;g3c6376c4b1f_0_42">
              <a:extLst>
                <a:ext uri="{FF2B5EF4-FFF2-40B4-BE49-F238E27FC236}">
                  <a16:creationId xmlns:a16="http://schemas.microsoft.com/office/drawing/2014/main" id="{EAF78241-AF7B-012D-38F8-F7B9C2A97FB9}"/>
                </a:ext>
              </a:extLst>
            </p:cNvPr>
            <p:cNvSpPr txBox="1"/>
            <p:nvPr/>
          </p:nvSpPr>
          <p:spPr>
            <a:xfrm>
              <a:off x="9422867" y="2144466"/>
              <a:ext cx="712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other</a:t>
              </a:r>
              <a:endParaRPr/>
            </a:p>
          </p:txBody>
        </p:sp>
        <p:sp>
          <p:nvSpPr>
            <p:cNvPr id="52" name="Google Shape;182;g3c6376c4b1f_0_42">
              <a:extLst>
                <a:ext uri="{FF2B5EF4-FFF2-40B4-BE49-F238E27FC236}">
                  <a16:creationId xmlns:a16="http://schemas.microsoft.com/office/drawing/2014/main" id="{ED8305E9-F5D6-09BB-F9E9-52AC8599AC2F}"/>
                </a:ext>
              </a:extLst>
            </p:cNvPr>
            <p:cNvSpPr txBox="1"/>
            <p:nvPr/>
          </p:nvSpPr>
          <p:spPr>
            <a:xfrm>
              <a:off x="7579935" y="2884851"/>
              <a:ext cx="26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53" name="Google Shape;183;g3c6376c4b1f_0_42">
              <a:extLst>
                <a:ext uri="{FF2B5EF4-FFF2-40B4-BE49-F238E27FC236}">
                  <a16:creationId xmlns:a16="http://schemas.microsoft.com/office/drawing/2014/main" id="{A07770DC-448C-3DAF-79F1-491FD840F3DA}"/>
                </a:ext>
              </a:extLst>
            </p:cNvPr>
            <p:cNvSpPr txBox="1"/>
            <p:nvPr/>
          </p:nvSpPr>
          <p:spPr>
            <a:xfrm>
              <a:off x="7821291" y="2884851"/>
              <a:ext cx="3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54" name="Google Shape;184;g3c6376c4b1f_0_42">
              <a:extLst>
                <a:ext uri="{FF2B5EF4-FFF2-40B4-BE49-F238E27FC236}">
                  <a16:creationId xmlns:a16="http://schemas.microsoft.com/office/drawing/2014/main" id="{98F1D169-6814-34E5-94EB-AA0C7FA60BA6}"/>
                </a:ext>
              </a:extLst>
            </p:cNvPr>
            <p:cNvSpPr txBox="1"/>
            <p:nvPr/>
          </p:nvSpPr>
          <p:spPr>
            <a:xfrm>
              <a:off x="8152416" y="2884851"/>
              <a:ext cx="2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55" name="Google Shape;185;g3c6376c4b1f_0_42">
              <a:extLst>
                <a:ext uri="{FF2B5EF4-FFF2-40B4-BE49-F238E27FC236}">
                  <a16:creationId xmlns:a16="http://schemas.microsoft.com/office/drawing/2014/main" id="{5083001A-BA3C-EA23-7CF4-BA30D7B62090}"/>
                </a:ext>
              </a:extLst>
            </p:cNvPr>
            <p:cNvSpPr txBox="1"/>
            <p:nvPr/>
          </p:nvSpPr>
          <p:spPr>
            <a:xfrm>
              <a:off x="8475505" y="2884851"/>
              <a:ext cx="26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56" name="Google Shape;186;g3c6376c4b1f_0_42">
              <a:extLst>
                <a:ext uri="{FF2B5EF4-FFF2-40B4-BE49-F238E27FC236}">
                  <a16:creationId xmlns:a16="http://schemas.microsoft.com/office/drawing/2014/main" id="{E54F2213-EA27-04E2-3FCC-BCAED23C59DC}"/>
                </a:ext>
              </a:extLst>
            </p:cNvPr>
            <p:cNvSpPr txBox="1"/>
            <p:nvPr/>
          </p:nvSpPr>
          <p:spPr>
            <a:xfrm>
              <a:off x="8716861" y="2884851"/>
              <a:ext cx="3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57" name="Google Shape;187;g3c6376c4b1f_0_42">
              <a:extLst>
                <a:ext uri="{FF2B5EF4-FFF2-40B4-BE49-F238E27FC236}">
                  <a16:creationId xmlns:a16="http://schemas.microsoft.com/office/drawing/2014/main" id="{B892415E-7EBF-BC37-1F13-6837D65DCDEA}"/>
                </a:ext>
              </a:extLst>
            </p:cNvPr>
            <p:cNvSpPr txBox="1"/>
            <p:nvPr/>
          </p:nvSpPr>
          <p:spPr>
            <a:xfrm>
              <a:off x="9047986" y="2884851"/>
              <a:ext cx="2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58" name="Google Shape;188;g3c6376c4b1f_0_42">
              <a:extLst>
                <a:ext uri="{FF2B5EF4-FFF2-40B4-BE49-F238E27FC236}">
                  <a16:creationId xmlns:a16="http://schemas.microsoft.com/office/drawing/2014/main" id="{D0C94525-D7F2-03BB-05F4-6316438D3237}"/>
                </a:ext>
              </a:extLst>
            </p:cNvPr>
            <p:cNvSpPr txBox="1"/>
            <p:nvPr/>
          </p:nvSpPr>
          <p:spPr>
            <a:xfrm>
              <a:off x="9343753" y="2884851"/>
              <a:ext cx="26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59" name="Google Shape;189;g3c6376c4b1f_0_42">
              <a:extLst>
                <a:ext uri="{FF2B5EF4-FFF2-40B4-BE49-F238E27FC236}">
                  <a16:creationId xmlns:a16="http://schemas.microsoft.com/office/drawing/2014/main" id="{3F173621-E74A-0CEF-44F5-9DC780CF7AB2}"/>
                </a:ext>
              </a:extLst>
            </p:cNvPr>
            <p:cNvSpPr txBox="1"/>
            <p:nvPr/>
          </p:nvSpPr>
          <p:spPr>
            <a:xfrm>
              <a:off x="9585109" y="2884851"/>
              <a:ext cx="3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60" name="Google Shape;190;g3c6376c4b1f_0_42">
              <a:extLst>
                <a:ext uri="{FF2B5EF4-FFF2-40B4-BE49-F238E27FC236}">
                  <a16:creationId xmlns:a16="http://schemas.microsoft.com/office/drawing/2014/main" id="{F7B6C706-8496-423B-4B2A-B233D88FD2DC}"/>
                </a:ext>
              </a:extLst>
            </p:cNvPr>
            <p:cNvSpPr txBox="1"/>
            <p:nvPr/>
          </p:nvSpPr>
          <p:spPr>
            <a:xfrm>
              <a:off x="9916234" y="2884851"/>
              <a:ext cx="28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61" name="Google Shape;191;g3c6376c4b1f_0_42">
              <a:extLst>
                <a:ext uri="{FF2B5EF4-FFF2-40B4-BE49-F238E27FC236}">
                  <a16:creationId xmlns:a16="http://schemas.microsoft.com/office/drawing/2014/main" id="{27CC71A4-5732-F5AE-8B3B-0923AE281765}"/>
                </a:ext>
              </a:extLst>
            </p:cNvPr>
            <p:cNvSpPr/>
            <p:nvPr/>
          </p:nvSpPr>
          <p:spPr>
            <a:xfrm rot="5400000">
              <a:off x="7227168" y="2522072"/>
              <a:ext cx="327300" cy="2520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92;g3c6376c4b1f_0_42">
              <a:extLst>
                <a:ext uri="{FF2B5EF4-FFF2-40B4-BE49-F238E27FC236}">
                  <a16:creationId xmlns:a16="http://schemas.microsoft.com/office/drawing/2014/main" id="{1460C59F-4C24-0E15-6575-E4FA96FCB36D}"/>
                </a:ext>
              </a:extLst>
            </p:cNvPr>
            <p:cNvSpPr txBox="1"/>
            <p:nvPr/>
          </p:nvSpPr>
          <p:spPr>
            <a:xfrm>
              <a:off x="6724812" y="2139567"/>
              <a:ext cx="1071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directory</a:t>
              </a:r>
              <a:endParaRPr/>
            </a:p>
          </p:txBody>
        </p:sp>
        <p:sp>
          <p:nvSpPr>
            <p:cNvPr id="63" name="Google Shape;261;g3c6376c4b1f_0_42">
              <a:extLst>
                <a:ext uri="{FF2B5EF4-FFF2-40B4-BE49-F238E27FC236}">
                  <a16:creationId xmlns:a16="http://schemas.microsoft.com/office/drawing/2014/main" id="{5F5C5689-84C5-1549-4661-3E67C3472C28}"/>
                </a:ext>
              </a:extLst>
            </p:cNvPr>
            <p:cNvSpPr txBox="1"/>
            <p:nvPr/>
          </p:nvSpPr>
          <p:spPr>
            <a:xfrm>
              <a:off x="7297171" y="2896159"/>
              <a:ext cx="26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C87330F-F7AF-30C1-E7E7-F10818F4D9D4}"/>
              </a:ext>
            </a:extLst>
          </p:cNvPr>
          <p:cNvSpPr txBox="1"/>
          <p:nvPr/>
        </p:nvSpPr>
        <p:spPr>
          <a:xfrm>
            <a:off x="2408916" y="1664127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432FF"/>
                </a:solidFill>
              </a:rPr>
              <a:t>Directory permissions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111906-5FAC-CAFE-44FD-0D26E861D2F1}"/>
              </a:ext>
            </a:extLst>
          </p:cNvPr>
          <p:cNvSpPr txBox="1"/>
          <p:nvPr/>
        </p:nvSpPr>
        <p:spPr>
          <a:xfrm>
            <a:off x="7842566" y="1663639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432FF"/>
                </a:solidFill>
              </a:rPr>
              <a:t>File permissions</a:t>
            </a:r>
          </a:p>
        </p:txBody>
      </p:sp>
    </p:spTree>
    <p:extLst>
      <p:ext uri="{BB962C8B-B14F-4D97-AF65-F5344CB8AC3E}">
        <p14:creationId xmlns:p14="http://schemas.microsoft.com/office/powerpoint/2010/main" val="4001164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Kuhlman, Chris</dc:creator>
  <cp:lastModifiedBy>Kuhlman, Chris</cp:lastModifiedBy>
  <cp:revision>2</cp:revision>
  <dcterms:created xsi:type="dcterms:W3CDTF">2024-10-01T12:27:34Z</dcterms:created>
  <dcterms:modified xsi:type="dcterms:W3CDTF">2026-07-10T19:25:32Z</dcterms:modified>
</cp:coreProperties>
</file>
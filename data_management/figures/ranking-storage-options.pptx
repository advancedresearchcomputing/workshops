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8"/>
  </p:normalViewPr>
  <p:slideViewPr>
    <p:cSldViewPr snapToGrid="0">
      <p:cViewPr varScale="1">
        <p:scale>
          <a:sx n="102" d="100"/>
          <a:sy n="102" d="100"/>
        </p:scale>
        <p:origin x="19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E0F8AE-C54B-C24B-8050-345DD05884FD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5D2826-18FF-EE48-9A21-FBD9A71A6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4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4C57-B576-D677-E5EF-AE561330A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D20CE3-C6F9-7FFF-73AD-72A24F709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BEBD9-8588-91C5-012E-52642990C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BF69-8BCD-F256-CF33-3836481A4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BFB81-06B0-942E-0C27-9370377D8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5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7A82-2819-3209-E224-7E4C0F58B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2EB36-AD95-90F4-DE32-C7048E1DF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6BEFC-645E-2DBC-3110-B5C0A25C9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AC2D-B6B2-D6EB-1261-C26B1E11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04E21-57BF-4A8D-0037-45BC50D13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12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C0B73-FCF7-AC30-8DAC-18CD01494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FAA0F-FAC2-ECE0-8992-E01A37A36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A9F4-8BC9-686D-9D45-F755ADF42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CCC55-8021-633C-76F9-D88780C58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5CB86-2557-127E-AF1E-5E96299F8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9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4EEDF-37DC-3315-02E9-9C53E76C5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99CD4-68F8-315D-C12B-962D64F100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150C5-D160-0BEF-6928-07F0022BA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5E296-23BC-AACB-C6F0-924FE0A3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7D8B0-DE89-B943-76DF-68B29F960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1F007-5AA4-9857-E5B3-66B6806E8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8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85006-6026-4E73-1755-51C1A48DF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4F0F9-2BB5-82F1-C27E-CD8DD0848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58D2-4912-FC7B-A67C-E83608BC3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3E1CE-5AC9-5CB5-282F-6D21834A0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1343A-F0EE-ABB2-6041-EF778A4A8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586FB-3BBA-570F-DCAC-7EA22E5AA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8684D7-6939-88D3-A37E-AAE9CC4F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450336-8231-84F6-DB80-C3470EE7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8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2FEA-EE21-91D5-6E06-280AC5650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FEE37C-D58C-D928-86C7-72104F2BF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D52D0-8A1C-21BE-30A4-D42DF1989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9127B-9B15-408A-141E-55AC0C6A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35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689A0-7D09-A5FC-2006-18F1386F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470C82-D669-E587-B6CB-5B592EC2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9EA34-3E86-5B89-2B71-DCAFEE14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320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D42CB-CE5D-DB93-39C1-0951C1CF6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F4D6-0658-B8B7-D971-478070E1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A7AD7-C305-8292-E631-98D62F520A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43164-8EED-2A89-EF88-3C83D4D10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FAAA4-99E9-FBFC-FEC0-98296CD1D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C1FA9-F4DD-9B0B-C5C2-6D6DA017D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056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D6D2-719C-E61C-144D-FDBBE1D9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5E20FF-67DB-CC53-7D4F-A0AC78AC1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F0C70-263E-0C5B-5375-B66E8EB453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CDD74-5A8E-CDD4-558E-05C9C107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19BCAA-9BC7-8688-611B-89EC3DC5B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45BA61-8E3C-43C9-B2C0-47309710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94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96CC6-C6E8-83D7-7827-9FD85ED0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6BD1A3-81F5-34F1-8D59-7A41BEB20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1D80F-7CBA-3580-B9B1-DFD377CF2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4754B-273D-EC8C-8FD6-83B30EA62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9A49F-533F-FA5E-1B37-BBE0F9B1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2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54D36-A167-B0D1-8800-99FF73742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ACDED-0385-1803-88C7-7342C158A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2507E-45D1-A4CD-EC93-3628ABDF4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6CA16-C2BA-E788-2742-4A653B579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C5222-685B-096A-AFB6-98AED77C5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7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949446-AC4C-7E74-2F27-0B1D3A6B3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8E3ED4-B5D8-E9DC-3D76-A25D25F27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65BB5-6FD1-D8A6-691B-A8ECD6F02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BECC9-8DA8-EF4D-B06D-9A4B3F5B4979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C6BFF-852E-6330-2F32-C62EFC015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47443-F573-7B8E-5052-7541D7F22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A72C89-F70A-3543-9257-0DEBB30E17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56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"/>
          <p:cNvSpPr txBox="1"/>
          <p:nvPr/>
        </p:nvSpPr>
        <p:spPr>
          <a:xfrm>
            <a:off x="676901" y="1531925"/>
            <a:ext cx="4666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Increasing speed of read from/write to file</a:t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471127" y="1531918"/>
            <a:ext cx="3265800" cy="36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1175657" y="2075212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/projects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3657600" y="2075212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/scratch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6139543" y="2075212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$TMPDIR</a:t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8621486" y="2085603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$TMPFS</a:t>
            </a: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674926" y="3049975"/>
            <a:ext cx="4838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Increasing storage size during job execution</a:t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469148" y="3049981"/>
            <a:ext cx="3265800" cy="36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621410" y="3594318"/>
            <a:ext cx="2042700" cy="691800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/scratch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6082749" y="3594343"/>
            <a:ext cx="2042700" cy="691800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/projects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3638107" y="3594206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$TMPDIR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1146417" y="3569812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$TMPFS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672952" y="4461150"/>
            <a:ext cx="3815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Increasing permanence of files</a:t>
            </a:r>
            <a:endParaRPr i="1">
              <a:solidFill>
                <a:srgbClr val="9900FF"/>
              </a:solidFill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67171" y="4461162"/>
            <a:ext cx="3265800" cy="3693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621486" y="5005387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/projects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129138" y="4980993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/scratch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3636789" y="5005387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$TMPDIR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144440" y="4980993"/>
            <a:ext cx="2042555" cy="691738"/>
          </a:xfrm>
          <a:prstGeom prst="rect">
            <a:avLst/>
          </a:prstGeom>
          <a:solidFill>
            <a:srgbClr val="D8F2C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localscratch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$TMPFS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</cp:revision>
  <dcterms:created xsi:type="dcterms:W3CDTF">2026-07-02T17:34:08Z</dcterms:created>
  <dcterms:modified xsi:type="dcterms:W3CDTF">2026-07-02T17:34:36Z</dcterms:modified>
</cp:coreProperties>
</file>
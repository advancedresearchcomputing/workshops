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7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4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94"/>
  </p:normalViewPr>
  <p:slideViewPr>
    <p:cSldViewPr snapToGrid="0">
      <p:cViewPr>
        <p:scale>
          <a:sx n="132" d="100"/>
          <a:sy n="132" d="100"/>
        </p:scale>
        <p:origin x="320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E903E4-A9AA-F5C3-13C4-E9F81E831B7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91E9387-FA71-18CA-DCD1-845E4C80338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79E22C-2403-F008-23AF-BC7A0059D3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D0918C-CC62-F240-91E5-1748AFE19745}" type="datetimeFigureOut">
              <a:rPr lang="en-US" smtClean="0"/>
              <a:t>2/25/25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D6351F-0DBE-97C8-5D98-FFF3710BEF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8C6E57-C1C1-8099-768B-33326FA2D9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E0474C-CBBD-9F47-A874-E49ACD99EE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29300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12B55B-ECE7-4B4C-507C-E5FCAD021F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FF9FE9-B85F-0025-4D2C-350983317F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F58CA8-EA1F-8DFD-047D-928DD8B6DC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D0918C-CC62-F240-91E5-1748AFE19745}" type="datetimeFigureOut">
              <a:rPr lang="en-US" smtClean="0"/>
              <a:t>2/25/25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7836CC-C305-4F09-7534-0E3EB1A5FA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A41F29-925F-6867-E7E1-6DD4320540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E0474C-CBBD-9F47-A874-E49ACD99EE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61757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ED7938-140C-7DD1-DE04-629F22A070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85EFB3-0204-6EC8-C5C4-8A8AE98F285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42E751-CD96-88EB-0828-FDE5651408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D0918C-CC62-F240-91E5-1748AFE19745}" type="datetimeFigureOut">
              <a:rPr lang="en-US" smtClean="0"/>
              <a:t>2/25/25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4A9802-1D6B-C8A3-5327-C24BE37D42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427BC0-4536-CD50-8E45-A101923904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E0474C-CBBD-9F47-A874-E49ACD99EE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38908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BEFE02-8B8E-21DF-E246-29AAA6813D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DDB314-345E-6C98-CA7C-4C23599B7CA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0382C38-D2AE-E879-91B3-7A415FE5BB9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6B9C7B8-DC73-F6B4-A410-D21A387180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D0918C-CC62-F240-91E5-1748AFE19745}" type="datetimeFigureOut">
              <a:rPr lang="en-US" smtClean="0"/>
              <a:t>2/25/25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2BE83D8-E95C-5094-85E6-E19E8278E3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CBD78E5-CDBB-76E0-107E-DA8D2A86F0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E0474C-CBBD-9F47-A874-E49ACD99EE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86521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390A51-8C55-2B70-AD1F-8D526C8F8B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BB99AB3-A8BB-E976-AB42-E521A1959E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8AACC00-BCD2-F7A3-80E1-99D5CD9C474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3CC7186-AD0D-D96D-0C04-147252DC600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F5A5402-DE14-3680-6390-E005BC9DEBC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7E3BA1F-1BC0-E8E8-1424-10DE09E523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D0918C-CC62-F240-91E5-1748AFE19745}" type="datetimeFigureOut">
              <a:rPr lang="en-US" smtClean="0"/>
              <a:t>2/25/25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DD68698-7F80-9D2A-EEDD-1E27DDD832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3D22056-0D88-8E92-5078-E58B7FADB8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E0474C-CBBD-9F47-A874-E49ACD99EE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19402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E8343E-1CDD-975B-3F3D-44A7AC5B5A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45DF001-6022-9B86-D8CC-88C4EAABCE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D0918C-CC62-F240-91E5-1748AFE19745}" type="datetimeFigureOut">
              <a:rPr lang="en-US" smtClean="0"/>
              <a:t>2/25/25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C9D045E-CAAE-6E7F-D567-BBF3DA6A6F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75A8F63-9821-544E-E956-F76FD208AE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E0474C-CBBD-9F47-A874-E49ACD99EE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93490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9ABA635-C6F8-092B-C019-E9EF656BF5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D0918C-CC62-F240-91E5-1748AFE19745}" type="datetimeFigureOut">
              <a:rPr lang="en-US" smtClean="0"/>
              <a:t>2/25/25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533D413-6EC0-5048-F47D-5336D05AB6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D2C57FA-43FF-8638-005C-4E2D5257D2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E0474C-CBBD-9F47-A874-E49ACD99EE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80315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9E74BA-D4AF-135E-76EA-1B14FFC4DB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56A530-850A-5E56-B3C0-4336381155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60C8379-8667-4EB8-0946-B23E75690B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43A1FE8-D81E-C853-A6F8-EF3BA7F5F8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D0918C-CC62-F240-91E5-1748AFE19745}" type="datetimeFigureOut">
              <a:rPr lang="en-US" smtClean="0"/>
              <a:t>2/25/25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C056F69-E747-CA2C-2E27-0AB0BB3323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EFA659D-7135-4250-A674-169C6C89E4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E0474C-CBBD-9F47-A874-E49ACD99EE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21473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C71113-AA9F-3A8B-7088-7872682A4A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5EF06DA-3370-D826-7C7E-766592252BB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34AD635-90A5-66D3-49BB-958A2920AF5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64EC2E1-CFEC-78BC-D383-10C54E6993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D0918C-CC62-F240-91E5-1748AFE19745}" type="datetimeFigureOut">
              <a:rPr lang="en-US" smtClean="0"/>
              <a:t>2/25/25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519E803-669A-15BA-42E0-F66FC14920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B117821-87AD-44C7-25AC-7DD408AA7E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E0474C-CBBD-9F47-A874-E49ACD99EE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34448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34C4C4-AB10-C846-7004-7FD2544529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3DC822A-DF05-8D1F-A522-CF5622A0335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D0CD4E-3B20-11B2-B82D-F795877F18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D0918C-CC62-F240-91E5-1748AFE19745}" type="datetimeFigureOut">
              <a:rPr lang="en-US" smtClean="0"/>
              <a:t>2/25/25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6D688C-DD73-4E65-3F31-B162E8963E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135AAD-3D7C-DCF2-0CF4-60FF93C3DB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E0474C-CBBD-9F47-A874-E49ACD99EE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83900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673CB05-9AF7-89BF-2569-B09DD9E3A00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A3E231C-EA26-29D6-9454-59DBF1071AB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25A712-091A-DAE7-E75B-5AC81B89EB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D0918C-CC62-F240-91E5-1748AFE19745}" type="datetimeFigureOut">
              <a:rPr lang="en-US" smtClean="0"/>
              <a:t>2/25/25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E756B6-1AD3-179F-9045-C52F0CD07D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48F84B-A6BE-D80D-D741-0A599687E7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E0474C-CBBD-9F47-A874-E49ACD99EE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99658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0971986-4C36-3D7C-000B-95C0BC4CA9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7993250-F264-631D-F458-1CD010237A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58E5D0-6E8F-9F62-8885-6A46F826B4D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AD0918C-CC62-F240-91E5-1748AFE19745}" type="datetimeFigureOut">
              <a:rPr lang="en-US" smtClean="0"/>
              <a:t>2/25/25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13E7AC-F883-8C11-D605-600569083A1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EE3275-E089-C43B-FF79-F35A8B7316F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4E0474C-CBBD-9F47-A874-E49ACD99EE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19845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2670986-6218-C781-2489-95AA0D254DDA}"/>
              </a:ext>
            </a:extLst>
          </p:cNvPr>
          <p:cNvSpPr/>
          <p:nvPr/>
        </p:nvSpPr>
        <p:spPr>
          <a:xfrm>
            <a:off x="2297257" y="2448024"/>
            <a:ext cx="1093076" cy="683172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Specify problem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8869764-6F10-516C-B608-3C9D1E9BDFFB}"/>
              </a:ext>
            </a:extLst>
          </p:cNvPr>
          <p:cNvSpPr/>
          <p:nvPr/>
        </p:nvSpPr>
        <p:spPr>
          <a:xfrm>
            <a:off x="3622312" y="2448024"/>
            <a:ext cx="1093076" cy="683172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Construct model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51A1DBA-3856-ED17-D162-102BBF5C7139}"/>
              </a:ext>
            </a:extLst>
          </p:cNvPr>
          <p:cNvSpPr/>
          <p:nvPr/>
        </p:nvSpPr>
        <p:spPr>
          <a:xfrm>
            <a:off x="4947367" y="2448024"/>
            <a:ext cx="1093076" cy="683172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Convert model to graph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AE390D9-D1B2-9A60-825A-13A698EF1501}"/>
              </a:ext>
            </a:extLst>
          </p:cNvPr>
          <p:cNvSpPr/>
          <p:nvPr/>
        </p:nvSpPr>
        <p:spPr>
          <a:xfrm>
            <a:off x="7429306" y="2448024"/>
            <a:ext cx="1093076" cy="683172"/>
          </a:xfrm>
          <a:prstGeom prst="rect">
            <a:avLst/>
          </a:prstGeom>
          <a:noFill/>
          <a:ln w="28575">
            <a:solidFill>
              <a:srgbClr val="FF4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rgbClr val="FF40FF"/>
                </a:solidFill>
              </a:rPr>
              <a:t>Perform graph analytics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473180F-462E-B727-6339-4A348A31A6E4}"/>
              </a:ext>
            </a:extLst>
          </p:cNvPr>
          <p:cNvSpPr/>
          <p:nvPr/>
        </p:nvSpPr>
        <p:spPr>
          <a:xfrm>
            <a:off x="8754361" y="2448024"/>
            <a:ext cx="1093076" cy="683172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Convert output to domain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EA5BE5C-4DFA-D221-5DE4-4766815795E8}"/>
              </a:ext>
            </a:extLst>
          </p:cNvPr>
          <p:cNvSpPr/>
          <p:nvPr/>
        </p:nvSpPr>
        <p:spPr>
          <a:xfrm>
            <a:off x="10079416" y="2448024"/>
            <a:ext cx="1093076" cy="683172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Obtain solution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E991EC5-27FC-8484-EE07-7B2F79B424E0}"/>
              </a:ext>
            </a:extLst>
          </p:cNvPr>
          <p:cNvSpPr/>
          <p:nvPr/>
        </p:nvSpPr>
        <p:spPr>
          <a:xfrm>
            <a:off x="972202" y="2448024"/>
            <a:ext cx="1093076" cy="683172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Identify domain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D0C8363A-DF1C-549C-F087-F661B2D70CAE}"/>
              </a:ext>
            </a:extLst>
          </p:cNvPr>
          <p:cNvSpPr/>
          <p:nvPr/>
        </p:nvSpPr>
        <p:spPr>
          <a:xfrm>
            <a:off x="6272422" y="2448024"/>
            <a:ext cx="924905" cy="683172"/>
          </a:xfrm>
          <a:prstGeom prst="roundRect">
            <a:avLst/>
          </a:prstGeom>
          <a:noFill/>
          <a:ln w="28575">
            <a:solidFill>
              <a:srgbClr val="FF4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FF40FF"/>
                </a:solidFill>
              </a:rPr>
              <a:t>graph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7006C294-34A2-75B1-B593-0C463D86D5D7}"/>
              </a:ext>
            </a:extLst>
          </p:cNvPr>
          <p:cNvCxnSpPr>
            <a:stCxn id="8" idx="3"/>
            <a:endCxn id="2" idx="1"/>
          </p:cNvCxnSpPr>
          <p:nvPr/>
        </p:nvCxnSpPr>
        <p:spPr>
          <a:xfrm>
            <a:off x="2065278" y="2789610"/>
            <a:ext cx="231979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8ABF161C-B1AF-B105-68D9-5D14DD4ECAAD}"/>
              </a:ext>
            </a:extLst>
          </p:cNvPr>
          <p:cNvCxnSpPr>
            <a:cxnSpLocks/>
            <a:stCxn id="2" idx="3"/>
            <a:endCxn id="3" idx="1"/>
          </p:cNvCxnSpPr>
          <p:nvPr/>
        </p:nvCxnSpPr>
        <p:spPr>
          <a:xfrm>
            <a:off x="3390333" y="2789610"/>
            <a:ext cx="231979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1A7FD5F2-C78C-CBFD-0A40-6E81CB533E3E}"/>
              </a:ext>
            </a:extLst>
          </p:cNvPr>
          <p:cNvCxnSpPr>
            <a:cxnSpLocks/>
            <a:stCxn id="3" idx="3"/>
            <a:endCxn id="4" idx="1"/>
          </p:cNvCxnSpPr>
          <p:nvPr/>
        </p:nvCxnSpPr>
        <p:spPr>
          <a:xfrm>
            <a:off x="4715388" y="2789610"/>
            <a:ext cx="231979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9A56AAAC-D1DB-0E17-E9BA-FE10502F7130}"/>
              </a:ext>
            </a:extLst>
          </p:cNvPr>
          <p:cNvCxnSpPr>
            <a:cxnSpLocks/>
            <a:stCxn id="4" idx="3"/>
            <a:endCxn id="9" idx="1"/>
          </p:cNvCxnSpPr>
          <p:nvPr/>
        </p:nvCxnSpPr>
        <p:spPr>
          <a:xfrm>
            <a:off x="6040443" y="2789610"/>
            <a:ext cx="231979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19CD0E96-C522-8F71-2E6B-21DB94A95923}"/>
              </a:ext>
            </a:extLst>
          </p:cNvPr>
          <p:cNvCxnSpPr>
            <a:cxnSpLocks/>
            <a:stCxn id="9" idx="3"/>
            <a:endCxn id="5" idx="1"/>
          </p:cNvCxnSpPr>
          <p:nvPr/>
        </p:nvCxnSpPr>
        <p:spPr>
          <a:xfrm>
            <a:off x="7197327" y="2789610"/>
            <a:ext cx="231979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DB357270-9B5F-198F-16D9-43B12743F5E7}"/>
              </a:ext>
            </a:extLst>
          </p:cNvPr>
          <p:cNvCxnSpPr>
            <a:cxnSpLocks/>
            <a:stCxn id="5" idx="3"/>
            <a:endCxn id="6" idx="1"/>
          </p:cNvCxnSpPr>
          <p:nvPr/>
        </p:nvCxnSpPr>
        <p:spPr>
          <a:xfrm>
            <a:off x="8522382" y="2789610"/>
            <a:ext cx="231979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9495DFE3-38A6-DF1A-0DA3-0B2325BE6555}"/>
              </a:ext>
            </a:extLst>
          </p:cNvPr>
          <p:cNvCxnSpPr>
            <a:cxnSpLocks/>
            <a:stCxn id="6" idx="3"/>
            <a:endCxn id="7" idx="1"/>
          </p:cNvCxnSpPr>
          <p:nvPr/>
        </p:nvCxnSpPr>
        <p:spPr>
          <a:xfrm>
            <a:off x="9847437" y="2789610"/>
            <a:ext cx="231979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2295246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20</Words>
  <Application>Microsoft Macintosh PowerPoint</Application>
  <PresentationFormat>Widescreen</PresentationFormat>
  <Paragraphs>8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Kuhlman, Chris</dc:creator>
  <cp:lastModifiedBy>Kuhlman, Chris</cp:lastModifiedBy>
  <cp:revision>4</cp:revision>
  <dcterms:created xsi:type="dcterms:W3CDTF">2025-02-25T17:10:09Z</dcterms:created>
  <dcterms:modified xsi:type="dcterms:W3CDTF">2025-02-25T17:19:45Z</dcterms:modified>
</cp:coreProperties>
</file>
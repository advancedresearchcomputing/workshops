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083da2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083da2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3083da29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3083da29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050975" y="2443850"/>
            <a:ext cx="1236600" cy="4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y</a:t>
            </a:r>
            <a:r>
              <a:rPr lang="en" sz="1200"/>
              <a:t>our laptop</a:t>
            </a:r>
            <a:endParaRPr sz="1200"/>
          </a:p>
        </p:txBody>
      </p:sp>
      <p:sp>
        <p:nvSpPr>
          <p:cNvPr id="55" name="Google Shape;55;p13"/>
          <p:cNvSpPr/>
          <p:nvPr/>
        </p:nvSpPr>
        <p:spPr>
          <a:xfrm>
            <a:off x="4856425" y="1804700"/>
            <a:ext cx="1236600" cy="4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head node</a:t>
            </a:r>
            <a:endParaRPr sz="1200"/>
          </a:p>
        </p:txBody>
      </p:sp>
      <p:sp>
        <p:nvSpPr>
          <p:cNvPr id="56" name="Google Shape;56;p13"/>
          <p:cNvSpPr/>
          <p:nvPr/>
        </p:nvSpPr>
        <p:spPr>
          <a:xfrm>
            <a:off x="4837175" y="3181000"/>
            <a:ext cx="1236600" cy="44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compute</a:t>
            </a:r>
            <a:r>
              <a:rPr lang="en" sz="1200"/>
              <a:t> node</a:t>
            </a:r>
            <a:endParaRPr sz="1200"/>
          </a:p>
        </p:txBody>
      </p:sp>
      <p:sp>
        <p:nvSpPr>
          <p:cNvPr id="57" name="Google Shape;57;p13"/>
          <p:cNvSpPr txBox="1"/>
          <p:nvPr/>
        </p:nvSpPr>
        <p:spPr>
          <a:xfrm>
            <a:off x="3745975" y="749502"/>
            <a:ext cx="183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use of VS Code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999400" y="2389250"/>
            <a:ext cx="201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You can do: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</a:t>
            </a:r>
            <a:r>
              <a:rPr lang="en" sz="800">
                <a:solidFill>
                  <a:schemeClr val="dk2"/>
                </a:solidFill>
              </a:rPr>
              <a:t>Anything you want.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Anything that your laptop will allow.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370115" y="1327275"/>
            <a:ext cx="2012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You can do: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Code development.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Any file content development by using the IDE to key in text.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You </a:t>
            </a:r>
            <a:r>
              <a:rPr b="1" i="1" lang="en" sz="800" u="sng">
                <a:solidFill>
                  <a:schemeClr val="dk2"/>
                </a:solidFill>
              </a:rPr>
              <a:t>canNOT</a:t>
            </a:r>
            <a:r>
              <a:rPr lang="en" sz="800">
                <a:solidFill>
                  <a:schemeClr val="dk2"/>
                </a:solidFill>
              </a:rPr>
              <a:t> do: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Use plugins, e.g., AI plugins.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Run your code.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Debugging your code.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60" name="Google Shape;60;p13"/>
          <p:cNvCxnSpPr>
            <a:stCxn id="54" idx="0"/>
            <a:endCxn id="55" idx="1"/>
          </p:cNvCxnSpPr>
          <p:nvPr/>
        </p:nvCxnSpPr>
        <p:spPr>
          <a:xfrm rot="-5400000">
            <a:off x="4054475" y="1641950"/>
            <a:ext cx="416700" cy="1187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1" name="Google Shape;61;p13"/>
          <p:cNvSpPr txBox="1"/>
          <p:nvPr/>
        </p:nvSpPr>
        <p:spPr>
          <a:xfrm>
            <a:off x="3005998" y="1738150"/>
            <a:ext cx="183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FF"/>
                </a:solidFill>
              </a:rPr>
              <a:t>Remote SSH within VS Code</a:t>
            </a:r>
            <a:endParaRPr sz="900">
              <a:solidFill>
                <a:srgbClr val="FF00FF"/>
              </a:solidFill>
            </a:endParaRPr>
          </a:p>
        </p:txBody>
      </p:sp>
      <p:cxnSp>
        <p:nvCxnSpPr>
          <p:cNvPr id="62" name="Google Shape;62;p13"/>
          <p:cNvCxnSpPr>
            <a:stCxn id="54" idx="2"/>
            <a:endCxn id="56" idx="1"/>
          </p:cNvCxnSpPr>
          <p:nvPr/>
        </p:nvCxnSpPr>
        <p:spPr>
          <a:xfrm flipH="1" rot="-5400000">
            <a:off x="3995825" y="2562200"/>
            <a:ext cx="514800" cy="1167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" name="Google Shape;63;p13"/>
          <p:cNvSpPr txBox="1"/>
          <p:nvPr/>
        </p:nvSpPr>
        <p:spPr>
          <a:xfrm>
            <a:off x="2722350" y="3376260"/>
            <a:ext cx="1831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FF"/>
                </a:solidFill>
              </a:rPr>
              <a:t>Remote SSH within VS Code</a:t>
            </a:r>
            <a:endParaRPr sz="900">
              <a:solidFill>
                <a:srgbClr val="FF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FF"/>
                </a:solidFill>
              </a:rPr>
              <a:t>+</a:t>
            </a:r>
            <a:endParaRPr sz="900">
              <a:solidFill>
                <a:srgbClr val="FF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00FF"/>
                </a:solidFill>
              </a:rPr>
              <a:t>ProxyJump</a:t>
            </a:r>
            <a:endParaRPr sz="900">
              <a:solidFill>
                <a:srgbClr val="FF00FF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6370115" y="2961650"/>
            <a:ext cx="2012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You can do: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Code development.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Any file content development by using the IDE to key in text.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Use plugins, e.g., AI plugins.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Run your code.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- Debugging your code.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6260515" y="1382100"/>
            <a:ext cx="98700" cy="1252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6260515" y="2981099"/>
            <a:ext cx="98700" cy="963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4686950" y="1366200"/>
            <a:ext cx="1479000" cy="2489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3"/>
          <p:cNvSpPr txBox="1"/>
          <p:nvPr/>
        </p:nvSpPr>
        <p:spPr>
          <a:xfrm>
            <a:off x="4934895" y="1324888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9900FF"/>
                </a:solidFill>
              </a:rPr>
              <a:t>cluster</a:t>
            </a:r>
            <a:endParaRPr b="1" i="1" sz="18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/>
        </p:nvSpPr>
        <p:spPr>
          <a:xfrm>
            <a:off x="3936714" y="571477"/>
            <a:ext cx="183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ProxyJump</a:t>
            </a:r>
            <a:endParaRPr sz="1800">
              <a:solidFill>
                <a:srgbClr val="0000FF"/>
              </a:solidFill>
            </a:endParaRPr>
          </a:p>
        </p:txBody>
      </p:sp>
      <p:grpSp>
        <p:nvGrpSpPr>
          <p:cNvPr id="74" name="Google Shape;74;p14"/>
          <p:cNvGrpSpPr/>
          <p:nvPr/>
        </p:nvGrpSpPr>
        <p:grpSpPr>
          <a:xfrm>
            <a:off x="331792" y="1324888"/>
            <a:ext cx="3443600" cy="2651671"/>
            <a:chOff x="401728" y="1324888"/>
            <a:chExt cx="3443600" cy="2651671"/>
          </a:xfrm>
        </p:grpSpPr>
        <p:sp>
          <p:nvSpPr>
            <p:cNvPr id="75" name="Google Shape;75;p14"/>
            <p:cNvSpPr/>
            <p:nvPr/>
          </p:nvSpPr>
          <p:spPr>
            <a:xfrm>
              <a:off x="730353" y="2443850"/>
              <a:ext cx="1236600" cy="444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your laptop</a:t>
              </a:r>
              <a:endParaRPr sz="1200"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2516553" y="3181000"/>
              <a:ext cx="1236600" cy="444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compute node</a:t>
              </a:r>
              <a:endParaRPr sz="1200"/>
            </a:p>
          </p:txBody>
        </p:sp>
        <p:cxnSp>
          <p:nvCxnSpPr>
            <p:cNvPr id="77" name="Google Shape;77;p14"/>
            <p:cNvCxnSpPr>
              <a:stCxn id="75" idx="2"/>
              <a:endCxn id="76" idx="1"/>
            </p:cNvCxnSpPr>
            <p:nvPr/>
          </p:nvCxnSpPr>
          <p:spPr>
            <a:xfrm flipH="1" rot="-5400000">
              <a:off x="1675203" y="2562200"/>
              <a:ext cx="514800" cy="1167900"/>
            </a:xfrm>
            <a:prstGeom prst="bentConnector2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78" name="Google Shape;78;p14"/>
            <p:cNvSpPr txBox="1"/>
            <p:nvPr/>
          </p:nvSpPr>
          <p:spPr>
            <a:xfrm>
              <a:off x="401728" y="3376260"/>
              <a:ext cx="18312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FF"/>
                  </a:solidFill>
                </a:rPr>
                <a:t>Remote SSH within VS Code</a:t>
              </a:r>
              <a:endParaRPr sz="900">
                <a:solidFill>
                  <a:srgbClr val="FF00F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FF"/>
                  </a:solidFill>
                </a:rPr>
                <a:t>+</a:t>
              </a:r>
              <a:endParaRPr sz="900">
                <a:solidFill>
                  <a:srgbClr val="FF00F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FF"/>
                  </a:solidFill>
                </a:rPr>
                <a:t>ProxyJump</a:t>
              </a:r>
              <a:endParaRPr sz="900">
                <a:solidFill>
                  <a:srgbClr val="FF00FF"/>
                </a:solidFill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366328" y="1356650"/>
              <a:ext cx="1479000" cy="24891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2614274" y="1324888"/>
              <a:ext cx="105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800">
                  <a:solidFill>
                    <a:srgbClr val="9900FF"/>
                  </a:solidFill>
                </a:rPr>
                <a:t>cluster</a:t>
              </a:r>
              <a:endParaRPr b="1" i="1" sz="1800">
                <a:solidFill>
                  <a:srgbClr val="9900FF"/>
                </a:solidFill>
              </a:endParaRPr>
            </a:p>
          </p:txBody>
        </p:sp>
      </p:grpSp>
      <p:sp>
        <p:nvSpPr>
          <p:cNvPr id="81" name="Google Shape;81;p14"/>
          <p:cNvSpPr/>
          <p:nvPr/>
        </p:nvSpPr>
        <p:spPr>
          <a:xfrm>
            <a:off x="4280039" y="2373925"/>
            <a:ext cx="1386000" cy="4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4419914" y="1932050"/>
            <a:ext cx="10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means</a:t>
            </a:r>
            <a:endParaRPr b="1" i="1" sz="1800">
              <a:solidFill>
                <a:schemeClr val="dk2"/>
              </a:solidFill>
            </a:endParaRPr>
          </a:p>
        </p:txBody>
      </p:sp>
      <p:grpSp>
        <p:nvGrpSpPr>
          <p:cNvPr id="83" name="Google Shape;83;p14"/>
          <p:cNvGrpSpPr/>
          <p:nvPr/>
        </p:nvGrpSpPr>
        <p:grpSpPr>
          <a:xfrm>
            <a:off x="5497342" y="1324888"/>
            <a:ext cx="3472625" cy="2651671"/>
            <a:chOff x="5583178" y="1245913"/>
            <a:chExt cx="3472625" cy="2651671"/>
          </a:xfrm>
        </p:grpSpPr>
        <p:sp>
          <p:nvSpPr>
            <p:cNvPr id="84" name="Google Shape;84;p14"/>
            <p:cNvSpPr/>
            <p:nvPr/>
          </p:nvSpPr>
          <p:spPr>
            <a:xfrm>
              <a:off x="7698000" y="1880975"/>
              <a:ext cx="1236600" cy="444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head node</a:t>
              </a:r>
              <a:endParaRPr sz="1200"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5911803" y="2364875"/>
              <a:ext cx="1236600" cy="444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your laptop</a:t>
              </a:r>
              <a:endParaRPr sz="1200"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7698003" y="3102025"/>
              <a:ext cx="1236600" cy="4449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compute node</a:t>
              </a:r>
              <a:endParaRPr sz="1200"/>
            </a:p>
          </p:txBody>
        </p:sp>
        <p:cxnSp>
          <p:nvCxnSpPr>
            <p:cNvPr id="87" name="Google Shape;87;p14"/>
            <p:cNvCxnSpPr>
              <a:stCxn id="85" idx="2"/>
              <a:endCxn id="84" idx="1"/>
            </p:cNvCxnSpPr>
            <p:nvPr/>
          </p:nvCxnSpPr>
          <p:spPr>
            <a:xfrm rot="-5400000">
              <a:off x="6760953" y="1872725"/>
              <a:ext cx="706200" cy="1167900"/>
            </a:xfrm>
            <a:prstGeom prst="bentConnector4">
              <a:avLst>
                <a:gd fmla="val -33719" name="adj1"/>
                <a:gd fmla="val 76470" name="adj2"/>
              </a:avLst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8" name="Google Shape;88;p14"/>
            <p:cNvSpPr txBox="1"/>
            <p:nvPr/>
          </p:nvSpPr>
          <p:spPr>
            <a:xfrm>
              <a:off x="5583178" y="3297285"/>
              <a:ext cx="18312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FF"/>
                  </a:solidFill>
                </a:rPr>
                <a:t>Remote SSH within VS Code</a:t>
              </a:r>
              <a:endParaRPr sz="900">
                <a:solidFill>
                  <a:srgbClr val="FF00F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FF"/>
                  </a:solidFill>
                </a:rPr>
                <a:t>+</a:t>
              </a:r>
              <a:endParaRPr sz="900">
                <a:solidFill>
                  <a:srgbClr val="FF00F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00FF"/>
                  </a:solidFill>
                </a:rPr>
                <a:t>ProxyJump</a:t>
              </a:r>
              <a:endParaRPr sz="900">
                <a:solidFill>
                  <a:srgbClr val="FF00FF"/>
                </a:solidFill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7576803" y="1245925"/>
              <a:ext cx="1479000" cy="2489100"/>
            </a:xfrm>
            <a:prstGeom prst="rect">
              <a:avLst/>
            </a:prstGeom>
            <a:noFill/>
            <a:ln cap="flat" cmpd="sng" w="19050">
              <a:solidFill>
                <a:schemeClr val="dk2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7795724" y="1245913"/>
              <a:ext cx="105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800">
                  <a:solidFill>
                    <a:srgbClr val="9900FF"/>
                  </a:solidFill>
                </a:rPr>
                <a:t>cluster</a:t>
              </a:r>
              <a:endParaRPr b="1" i="1" sz="1800">
                <a:solidFill>
                  <a:srgbClr val="9900FF"/>
                </a:solidFill>
              </a:endParaRPr>
            </a:p>
          </p:txBody>
        </p:sp>
        <p:cxnSp>
          <p:nvCxnSpPr>
            <p:cNvPr id="91" name="Google Shape;91;p14"/>
            <p:cNvCxnSpPr>
              <a:stCxn id="84" idx="2"/>
              <a:endCxn id="86" idx="0"/>
            </p:cNvCxnSpPr>
            <p:nvPr/>
          </p:nvCxnSpPr>
          <p:spPr>
            <a:xfrm>
              <a:off x="8316300" y="2325875"/>
              <a:ext cx="0" cy="776100"/>
            </a:xfrm>
            <a:prstGeom prst="straightConnector1">
              <a:avLst/>
            </a:prstGeom>
            <a:noFill/>
            <a:ln cap="flat" cmpd="sng" w="19050">
              <a:solidFill>
                <a:srgbClr val="00FF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
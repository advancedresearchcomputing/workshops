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b7a70c6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b7a70c6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141125" y="464400"/>
            <a:ext cx="3440700" cy="442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#!/bin/bash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Job name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-J gPara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Account.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Enter your own account.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--account arcadm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Wall time limit.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--time 00:05:00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Partition.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--partition normal_q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Num compute nodes, executing tasks, compute cores.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--nodes=1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--ntasks-per-node=3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--cpus-per-task=16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Slurm output and error files.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–output g.para.parallel.srun.%j.out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</a:t>
            </a:r>
            <a:r>
              <a:rPr lang="en" sz="1100"/>
              <a:t>--</a:t>
            </a:r>
            <a:r>
              <a:rPr lang="en" sz="1100"/>
              <a:t>error   g.para.parallel.srun.%j.err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5" name="Google Shape;55;p13"/>
          <p:cNvSpPr txBox="1"/>
          <p:nvPr/>
        </p:nvSpPr>
        <p:spPr>
          <a:xfrm>
            <a:off x="4839798" y="3258525"/>
            <a:ext cx="41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{</a:t>
            </a:r>
            <a:endParaRPr sz="2800">
              <a:solidFill>
                <a:schemeClr val="dk2"/>
              </a:solidFill>
            </a:endParaRPr>
          </a:p>
        </p:txBody>
      </p:sp>
      <p:cxnSp>
        <p:nvCxnSpPr>
          <p:cNvPr id="56" name="Google Shape;56;p13"/>
          <p:cNvCxnSpPr>
            <a:stCxn id="57" idx="3"/>
            <a:endCxn id="55" idx="1"/>
          </p:cNvCxnSpPr>
          <p:nvPr/>
        </p:nvCxnSpPr>
        <p:spPr>
          <a:xfrm>
            <a:off x="4008071" y="3278519"/>
            <a:ext cx="831600" cy="28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" name="Google Shape;57;p13"/>
          <p:cNvSpPr txBox="1"/>
          <p:nvPr/>
        </p:nvSpPr>
        <p:spPr>
          <a:xfrm>
            <a:off x="3273971" y="3047669"/>
            <a:ext cx="7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srun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8" name="Google Shape;58;p13"/>
          <p:cNvCxnSpPr>
            <a:stCxn id="59" idx="3"/>
            <a:endCxn id="55" idx="2"/>
          </p:cNvCxnSpPr>
          <p:nvPr/>
        </p:nvCxnSpPr>
        <p:spPr>
          <a:xfrm>
            <a:off x="4323225" y="3867900"/>
            <a:ext cx="722100" cy="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9" name="Google Shape;59;p13"/>
          <p:cNvSpPr txBox="1"/>
          <p:nvPr/>
        </p:nvSpPr>
        <p:spPr>
          <a:xfrm>
            <a:off x="3364425" y="3637050"/>
            <a:ext cx="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parallel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091775" y="0"/>
            <a:ext cx="353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rgbClr val="0000FF"/>
                </a:solidFill>
              </a:rPr>
              <a:t>portion of sbatch slurm script</a:t>
            </a:r>
            <a:endParaRPr b="1" i="1" sz="1500">
              <a:solidFill>
                <a:srgbClr val="0000FF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85150" y="630100"/>
            <a:ext cx="456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By default: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srun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Num tasks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--nodes &amp; --ntasks-per-node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(gnu) parallel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Num cpus (cores)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--cpus-per-task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48700" y="115000"/>
            <a:ext cx="492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00FF"/>
                </a:solidFill>
              </a:rPr>
              <a:t>The Pattern:  srun and parallel in tandem</a:t>
            </a:r>
            <a:endParaRPr b="1" sz="18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
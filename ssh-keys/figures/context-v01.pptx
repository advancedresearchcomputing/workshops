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D6539-196A-3D31-D44B-F422232996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F83516-BEA0-CBA9-40BE-2E3D6ECE3F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BCF63-7977-F940-0047-74FCD1F70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4B292-788E-2748-9CD0-5BCF704EBB71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16D0D-9956-A2C6-DDBB-F2A8CC5BE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8F76D-89C1-BBFC-3008-7E8092D63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943C-D946-C049-8F51-AB0512172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07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ED0E3-734F-E73F-7CA4-AD0F3F266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FB201-3EE0-B0BD-E1C0-E3FAB2185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4E99C-617C-717B-F18E-6193599AC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4B292-788E-2748-9CD0-5BCF704EBB71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E7166-2052-043D-1394-C589CF8C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325F9-D4F0-40F6-A6E9-53171BDDC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943C-D946-C049-8F51-AB0512172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116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6CD80-B5C2-EF20-D786-BE593936E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81FF20-535D-EDD9-EB11-68D90EE03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3B7EB-EEDE-2AFD-129B-E85DB1CD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4B292-788E-2748-9CD0-5BCF704EBB71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08279-81C1-C23D-38A6-C5AC660F8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929F3-3FBE-7CF3-BD89-0BA973853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943C-D946-C049-8F51-AB0512172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845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547CA-ABF6-4712-54BF-790B1CB15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C2F91-F94E-CBB5-8C56-E436E6609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A6960C-4FA6-25A8-ED57-157486C9D6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FA4066-3F85-628B-3477-F5623F0E0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4B292-788E-2748-9CD0-5BCF704EBB71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7EC52A-E80F-50A5-F01F-DBA5A18CB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C09DB6-3B9E-BFA0-FA29-0B877DD3F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943C-D946-C049-8F51-AB0512172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032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BA0BC-5F75-EF7B-C326-9EA1936B5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81EFBC-08E6-E714-39F5-943B41FAF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00A0DF-9E25-F042-EB17-3BD13AD01C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98F60A-A5D8-ECFC-3A1C-6DDEF4FD35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AF7054-4DD5-5B0E-1EC7-DFDF30A307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FE3813-74AE-E7E9-7609-7F9696CF8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4B292-788E-2748-9CD0-5BCF704EBB71}" type="datetimeFigureOut">
              <a:rPr lang="en-US" smtClean="0"/>
              <a:t>6/4/26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89DAF0-349D-CC6A-9A95-AC5C34047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B96BE6-A12E-63C4-96D8-DC8DEB82A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943C-D946-C049-8F51-AB0512172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003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65C06-5802-69FA-6495-8AEA4795B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89263-CDBF-7809-54B5-5A6A73FC0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4B292-788E-2748-9CD0-5BCF704EBB71}" type="datetimeFigureOut">
              <a:rPr lang="en-US" smtClean="0"/>
              <a:t>6/4/26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BF01D1-0128-08CD-7345-0F6C9FB60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8D1A2D-04C1-BF2B-135F-5DF1D1C0D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943C-D946-C049-8F51-AB0512172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550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D7B7C2-D46B-8087-A089-A7C083891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4B292-788E-2748-9CD0-5BCF704EBB71}" type="datetimeFigureOut">
              <a:rPr lang="en-US" smtClean="0"/>
              <a:t>6/4/26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F76128-79BD-2C38-43AD-A555B1635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13A80-F08A-8A8E-CB7D-59D7C7586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943C-D946-C049-8F51-AB0512172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693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4D7AD-6A6A-FDCA-F8E2-3982E666C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757A0-0F19-B38C-9B5B-51A70380C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4CEC99-DAE6-2158-6A8F-80B5A2DAE7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77172A-EA60-EACC-415A-8864606DB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4B292-788E-2748-9CD0-5BCF704EBB71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CAA81B-879A-2B2C-B68E-7E81AB559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37619-9F58-B4C8-2E05-9D17D9902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943C-D946-C049-8F51-AB0512172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145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8FAE5-E942-815E-06B9-E62E73F3D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1DB3E2-6419-F270-A16C-154600103F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497D08-5579-249D-1F2A-5923DF04A1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73886A-3349-9436-5483-5F4F65C4F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4B292-788E-2748-9CD0-5BCF704EBB71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ACF873-5133-EF46-901A-9B21A7D5D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B8A145-C03E-18BB-D164-F3C5F90A8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943C-D946-C049-8F51-AB0512172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673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DAC60-440D-0540-9F62-B00A00545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F5746F-0BF5-9BBB-C59F-4EEDB16B75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62D7D-2D24-ABDB-55C6-4487F96F1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4B292-788E-2748-9CD0-5BCF704EBB71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6527F-2DCA-490B-2A4D-E49B89103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A81DA-8537-092D-E9BB-00DB9CE46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943C-D946-C049-8F51-AB0512172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920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CC32B1-9690-737B-C5B8-084EB2657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30CCDB-B963-9AFB-B178-29C2DC7B5B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D4667-B43A-2CFF-EBA7-2F59A570A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4B292-788E-2748-9CD0-5BCF704EBB71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CC62A-DBE1-F228-281D-5A7B55B34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82B30-0BB0-B474-41A6-A86AFAB70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943C-D946-C049-8F51-AB0512172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281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E6230A-903F-952A-11F6-8278E8E8E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B4DB0-B6DF-AC8C-CDCE-13F359C36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33EF3-EE6B-24B5-BE9A-21F1D4B12C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14B292-788E-2748-9CD0-5BCF704EBB71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0AF9E-86FB-32E0-6689-63EE18A06B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FDBF8-7F3A-F2A4-B239-0A64FEE42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79943C-D946-C049-8F51-AB0512172C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631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DEBC38-F2C4-8F23-3DD7-4B67F948228E}"/>
              </a:ext>
            </a:extLst>
          </p:cNvPr>
          <p:cNvSpPr/>
          <p:nvPr/>
        </p:nvSpPr>
        <p:spPr>
          <a:xfrm>
            <a:off x="3054711" y="2185192"/>
            <a:ext cx="1052186" cy="5660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terminal window</a:t>
            </a:r>
          </a:p>
        </p:txBody>
      </p:sp>
      <p:pic>
        <p:nvPicPr>
          <p:cNvPr id="1026" name="Picture 2" descr="Simple Minimal Black Single One Woman Icon Symbol Stick Figure On White Royalty Free SVG, Cliparts, Vectors, and Stock Illustration. Image 57873172.">
            <a:extLst>
              <a:ext uri="{FF2B5EF4-FFF2-40B4-BE49-F238E27FC236}">
                <a16:creationId xmlns:a16="http://schemas.microsoft.com/office/drawing/2014/main" id="{AE5AC3A4-E7A7-4863-EC3D-AFB3BCA10C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74" t="15211" r="24228" b="9238"/>
          <a:stretch>
            <a:fillRect/>
          </a:stretch>
        </p:blipFill>
        <p:spPr bwMode="auto">
          <a:xfrm>
            <a:off x="2241465" y="4073196"/>
            <a:ext cx="1201726" cy="1805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E74DF9B-DC6B-7580-463B-94D19ABA726D}"/>
              </a:ext>
            </a:extLst>
          </p:cNvPr>
          <p:cNvSpPr/>
          <p:nvPr/>
        </p:nvSpPr>
        <p:spPr>
          <a:xfrm>
            <a:off x="6907582" y="1823135"/>
            <a:ext cx="1052186" cy="101460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FCC2F3-D431-88B4-738E-F95F4333E12D}"/>
              </a:ext>
            </a:extLst>
          </p:cNvPr>
          <p:cNvSpPr/>
          <p:nvPr/>
        </p:nvSpPr>
        <p:spPr>
          <a:xfrm>
            <a:off x="6668767" y="1763486"/>
            <a:ext cx="4510861" cy="24384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A2335D-9255-ED07-FB10-72EAB9559FA3}"/>
              </a:ext>
            </a:extLst>
          </p:cNvPr>
          <p:cNvSpPr/>
          <p:nvPr/>
        </p:nvSpPr>
        <p:spPr>
          <a:xfrm>
            <a:off x="9680752" y="2783910"/>
            <a:ext cx="1286603" cy="101460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compute node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417245-6572-6063-55F2-005039A95533}"/>
              </a:ext>
            </a:extLst>
          </p:cNvPr>
          <p:cNvSpPr/>
          <p:nvPr/>
        </p:nvSpPr>
        <p:spPr>
          <a:xfrm>
            <a:off x="9076596" y="2185196"/>
            <a:ext cx="1286603" cy="101460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4353CE-FDDA-02CD-0DA9-5E81531A8959}"/>
              </a:ext>
            </a:extLst>
          </p:cNvPr>
          <p:cNvSpPr/>
          <p:nvPr/>
        </p:nvSpPr>
        <p:spPr>
          <a:xfrm>
            <a:off x="9228996" y="2337596"/>
            <a:ext cx="1286603" cy="101460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7A4E1D-A29E-6F7B-0C31-2FBB55A45714}"/>
              </a:ext>
            </a:extLst>
          </p:cNvPr>
          <p:cNvSpPr/>
          <p:nvPr/>
        </p:nvSpPr>
        <p:spPr>
          <a:xfrm>
            <a:off x="9381396" y="2489996"/>
            <a:ext cx="1286603" cy="101460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FD782B-2AC7-E819-51F5-46ABEDC8BE7C}"/>
              </a:ext>
            </a:extLst>
          </p:cNvPr>
          <p:cNvSpPr/>
          <p:nvPr/>
        </p:nvSpPr>
        <p:spPr>
          <a:xfrm>
            <a:off x="9533796" y="2642396"/>
            <a:ext cx="1286603" cy="101460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D388DF-1F3F-1DC5-5361-D3846FA0057C}"/>
              </a:ext>
            </a:extLst>
          </p:cNvPr>
          <p:cNvSpPr/>
          <p:nvPr/>
        </p:nvSpPr>
        <p:spPr>
          <a:xfrm>
            <a:off x="7049096" y="1975535"/>
            <a:ext cx="1052186" cy="101460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login node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431554-1C66-D66B-4819-35D09B02F2F4}"/>
              </a:ext>
            </a:extLst>
          </p:cNvPr>
          <p:cNvSpPr txBox="1"/>
          <p:nvPr/>
        </p:nvSpPr>
        <p:spPr>
          <a:xfrm>
            <a:off x="8539691" y="1394154"/>
            <a:ext cx="877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cluster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D838F04-AF02-2B93-B3E3-03A75B814DA0}"/>
              </a:ext>
            </a:extLst>
          </p:cNvPr>
          <p:cNvCxnSpPr>
            <a:cxnSpLocks/>
            <a:stCxn id="2" idx="3"/>
            <a:endCxn id="10" idx="1"/>
          </p:cNvCxnSpPr>
          <p:nvPr/>
        </p:nvCxnSpPr>
        <p:spPr>
          <a:xfrm>
            <a:off x="4106897" y="2468222"/>
            <a:ext cx="2942199" cy="14617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D06595D-488F-5A3A-4D8C-E210D45583C2}"/>
              </a:ext>
            </a:extLst>
          </p:cNvPr>
          <p:cNvSpPr txBox="1"/>
          <p:nvPr/>
        </p:nvSpPr>
        <p:spPr>
          <a:xfrm>
            <a:off x="4739298" y="2156656"/>
            <a:ext cx="13756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432FF"/>
                </a:solidFill>
              </a:rPr>
              <a:t>ssh connection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EFFC3C-00BE-5851-79B5-41D56B5AE923}"/>
              </a:ext>
            </a:extLst>
          </p:cNvPr>
          <p:cNvSpPr/>
          <p:nvPr/>
        </p:nvSpPr>
        <p:spPr>
          <a:xfrm>
            <a:off x="1235157" y="1763486"/>
            <a:ext cx="3214342" cy="225373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D9BA97-91B6-746A-EA16-982B2167E7D5}"/>
              </a:ext>
            </a:extLst>
          </p:cNvPr>
          <p:cNvSpPr/>
          <p:nvPr/>
        </p:nvSpPr>
        <p:spPr>
          <a:xfrm>
            <a:off x="3050835" y="2837743"/>
            <a:ext cx="1052186" cy="5660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terminal window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97B0AB-FD54-2A19-6095-55BD2B42E8DC}"/>
              </a:ext>
            </a:extLst>
          </p:cNvPr>
          <p:cNvSpPr/>
          <p:nvPr/>
        </p:nvSpPr>
        <p:spPr>
          <a:xfrm>
            <a:off x="1821421" y="2192500"/>
            <a:ext cx="1052186" cy="5660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terminal window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5D964B-4432-970D-1E46-53A4A1A88FC2}"/>
              </a:ext>
            </a:extLst>
          </p:cNvPr>
          <p:cNvSpPr/>
          <p:nvPr/>
        </p:nvSpPr>
        <p:spPr>
          <a:xfrm>
            <a:off x="1821421" y="2834910"/>
            <a:ext cx="1052186" cy="5660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terminal window</a:t>
            </a: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90A75EE2-EFCA-76CB-18DE-99F7E186BC13}"/>
              </a:ext>
            </a:extLst>
          </p:cNvPr>
          <p:cNvCxnSpPr>
            <a:stCxn id="18" idx="0"/>
            <a:endCxn id="3" idx="0"/>
          </p:cNvCxnSpPr>
          <p:nvPr/>
        </p:nvCxnSpPr>
        <p:spPr>
          <a:xfrm rot="5400000" flipH="1" flipV="1">
            <a:off x="4705912" y="-535262"/>
            <a:ext cx="369365" cy="5086161"/>
          </a:xfrm>
          <a:prstGeom prst="bentConnector3">
            <a:avLst>
              <a:gd name="adj1" fmla="val 161890"/>
            </a:avLst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4DA55A8-199F-4B68-3330-511203EFBECE}"/>
              </a:ext>
            </a:extLst>
          </p:cNvPr>
          <p:cNvSpPr txBox="1"/>
          <p:nvPr/>
        </p:nvSpPr>
        <p:spPr>
          <a:xfrm>
            <a:off x="2434672" y="1209472"/>
            <a:ext cx="827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laptop</a:t>
            </a:r>
          </a:p>
        </p:txBody>
      </p: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3583DBA7-96BC-E3AD-80CF-30F26F74297B}"/>
              </a:ext>
            </a:extLst>
          </p:cNvPr>
          <p:cNvCxnSpPr>
            <a:cxnSpLocks/>
            <a:stCxn id="19" idx="2"/>
            <a:endCxn id="10" idx="2"/>
          </p:cNvCxnSpPr>
          <p:nvPr/>
        </p:nvCxnSpPr>
        <p:spPr>
          <a:xfrm rot="5400000" flipH="1" flipV="1">
            <a:off x="4755937" y="581719"/>
            <a:ext cx="410827" cy="5227675"/>
          </a:xfrm>
          <a:prstGeom prst="bentConnector3">
            <a:avLst>
              <a:gd name="adj1" fmla="val -55644"/>
            </a:avLst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6AD08748-8E14-98C4-0F57-A24978B8AAA2}"/>
              </a:ext>
            </a:extLst>
          </p:cNvPr>
          <p:cNvCxnSpPr>
            <a:cxnSpLocks/>
            <a:stCxn id="17" idx="2"/>
          </p:cNvCxnSpPr>
          <p:nvPr/>
        </p:nvCxnSpPr>
        <p:spPr>
          <a:xfrm rot="5400000" flipH="1" flipV="1">
            <a:off x="4986737" y="1341443"/>
            <a:ext cx="652551" cy="3472170"/>
          </a:xfrm>
          <a:prstGeom prst="bentConnector4">
            <a:avLst>
              <a:gd name="adj1" fmla="val -23355"/>
              <a:gd name="adj2" fmla="val 68862"/>
            </a:avLst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66EBBB8-E6B2-D8A9-DF0E-475FEC4ADC7E}"/>
              </a:ext>
            </a:extLst>
          </p:cNvPr>
          <p:cNvSpPr txBox="1"/>
          <p:nvPr/>
        </p:nvSpPr>
        <p:spPr>
          <a:xfrm>
            <a:off x="4890147" y="1256273"/>
            <a:ext cx="13756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432FF"/>
                </a:solidFill>
              </a:rPr>
              <a:t>ssh connection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A25080-D13D-7977-2470-65DB37BF9B4E}"/>
              </a:ext>
            </a:extLst>
          </p:cNvPr>
          <p:cNvSpPr txBox="1"/>
          <p:nvPr/>
        </p:nvSpPr>
        <p:spPr>
          <a:xfrm>
            <a:off x="5293069" y="3616413"/>
            <a:ext cx="13756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432FF"/>
                </a:solidFill>
              </a:rPr>
              <a:t>ssh connection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7EF23CC-1AAE-29E3-2D43-33B6F36C57DB}"/>
              </a:ext>
            </a:extLst>
          </p:cNvPr>
          <p:cNvSpPr txBox="1"/>
          <p:nvPr/>
        </p:nvSpPr>
        <p:spPr>
          <a:xfrm>
            <a:off x="4449499" y="3245593"/>
            <a:ext cx="13756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432FF"/>
                </a:solidFill>
              </a:rPr>
              <a:t>ssh connection</a:t>
            </a:r>
          </a:p>
        </p:txBody>
      </p:sp>
    </p:spTree>
    <p:extLst>
      <p:ext uri="{BB962C8B-B14F-4D97-AF65-F5344CB8AC3E}">
        <p14:creationId xmlns:p14="http://schemas.microsoft.com/office/powerpoint/2010/main" val="2412725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22</Words>
  <Application>Microsoft Macintosh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Kuhlman, Chris</dc:creator>
  <cp:lastModifiedBy>Kuhlman, Chris</cp:lastModifiedBy>
  <cp:revision>2</cp:revision>
  <dcterms:created xsi:type="dcterms:W3CDTF">2026-06-04T18:31:22Z</dcterms:created>
  <dcterms:modified xsi:type="dcterms:W3CDTF">2026-06-04T18:45:31Z</dcterms:modified>
</cp:coreProperties>
</file>
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6539-196A-3D31-D44B-F42223299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83516-BEA0-CBA9-40BE-2E3D6ECE3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BCF63-7977-F940-0047-74FCD1F7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16D0D-9956-A2C6-DDBB-F2A8CC5B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8F76D-89C1-BBFC-3008-7E8092D6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D0E3-734F-E73F-7CA4-AD0F3F26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B201-3EE0-B0BD-E1C0-E3FAB2185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E99C-617C-717B-F18E-6193599A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7166-2052-043D-1394-C589CF8C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325F9-D4F0-40F6-A6E9-53171BDD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1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CD80-B5C2-EF20-D786-BE593936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1FF20-535D-EDD9-EB11-68D90EE0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3B7EB-EEDE-2AFD-129B-E85DB1CD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08279-81C1-C23D-38A6-C5AC660F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929F3-3FBE-7CF3-BD89-0BA97385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4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47CA-ABF6-4712-54BF-790B1CB1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2F91-F94E-CBB5-8C56-E436E6609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6960C-4FA6-25A8-ED57-157486C9D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A4066-3F85-628B-3477-F5623F0E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EC52A-E80F-50A5-F01F-DBA5A18C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09DB6-3B9E-BFA0-FA29-0B877DD3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3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A0BC-5F75-EF7B-C326-9EA1936B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1EFBC-08E6-E714-39F5-943B41FAF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0A0DF-9E25-F042-EB17-3BD13AD0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8F60A-A5D8-ECFC-3A1C-6DDEF4FD3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F7054-4DD5-5B0E-1EC7-DFDF30A30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E3813-74AE-E7E9-7609-7F9696CF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9DAF0-349D-CC6A-9A95-AC5C3404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96BE6-A12E-63C4-96D8-DC8DEB82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5C06-5802-69FA-6495-8AEA4795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89263-CDBF-7809-54B5-5A6A73FC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F01D1-0128-08CD-7345-0F6C9FB6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D1A2D-04C1-BF2B-135F-5DF1D1C0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7B7C2-D46B-8087-A089-A7C08389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76128-79BD-2C38-43AD-A555B163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3A80-F08A-8A8E-CB7D-59D7C758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9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D7AD-6A6A-FDCA-F8E2-3982E666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757A0-0F19-B38C-9B5B-51A70380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CEC99-DAE6-2158-6A8F-80B5A2DAE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7172A-EA60-EACC-415A-8864606D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AA81B-879A-2B2C-B68E-7E81AB55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7619-9F58-B4C8-2E05-9D17D990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4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FAE5-E942-815E-06B9-E62E73F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DB3E2-6419-F270-A16C-154600103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97D08-5579-249D-1F2A-5923DF04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886A-3349-9436-5483-5F4F65C4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CF873-5133-EF46-901A-9B21A7D5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8A145-C03E-18BB-D164-F3C5F90A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7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AC60-440D-0540-9F62-B00A0054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5746F-0BF5-9BBB-C59F-4EEDB16B7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62D7D-2D24-ABDB-55C6-4487F96F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527F-2DCA-490B-2A4D-E49B8910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A81DA-8537-092D-E9BB-00DB9CE4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C32B1-9690-737B-C5B8-084EB265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0CCDB-B963-9AFB-B178-29C2DC7B5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4667-B43A-2CFF-EBA7-2F59A570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CC62A-DBE1-F228-281D-5A7B55B3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82B30-0BB0-B474-41A6-A86AFAB7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8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6230A-903F-952A-11F6-8278E8E8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B4DB0-B6DF-AC8C-CDCE-13F359C36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33EF3-EE6B-24B5-BE9A-21F1D4B12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AF9E-86FB-32E0-6689-63EE18A06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DBF8-7F3A-F2A4-B239-0A64FEE42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3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FCC2F3-D431-88B4-738E-F95F4333E12D}"/>
              </a:ext>
            </a:extLst>
          </p:cNvPr>
          <p:cNvSpPr/>
          <p:nvPr/>
        </p:nvSpPr>
        <p:spPr>
          <a:xfrm>
            <a:off x="6668767" y="1763486"/>
            <a:ext cx="4510861" cy="2438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31554-1C66-D66B-4819-35D09B02F2F4}"/>
              </a:ext>
            </a:extLst>
          </p:cNvPr>
          <p:cNvSpPr txBox="1"/>
          <p:nvPr/>
        </p:nvSpPr>
        <p:spPr>
          <a:xfrm>
            <a:off x="7766806" y="1394154"/>
            <a:ext cx="2425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login node and storage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EFFC3C-00BE-5851-79B5-41D56B5AE923}"/>
              </a:ext>
            </a:extLst>
          </p:cNvPr>
          <p:cNvSpPr/>
          <p:nvPr/>
        </p:nvSpPr>
        <p:spPr>
          <a:xfrm>
            <a:off x="1235157" y="1763486"/>
            <a:ext cx="3214342" cy="22537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DA55A8-199F-4B68-3330-511203EFBECE}"/>
              </a:ext>
            </a:extLst>
          </p:cNvPr>
          <p:cNvSpPr txBox="1"/>
          <p:nvPr/>
        </p:nvSpPr>
        <p:spPr>
          <a:xfrm>
            <a:off x="2434672" y="1209472"/>
            <a:ext cx="827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A8F38-9FEF-AE06-75C0-50D954B143FC}"/>
              </a:ext>
            </a:extLst>
          </p:cNvPr>
          <p:cNvSpPr txBox="1"/>
          <p:nvPr/>
        </p:nvSpPr>
        <p:spPr>
          <a:xfrm>
            <a:off x="7668949" y="1829190"/>
            <a:ext cx="251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/home/</a:t>
            </a:r>
            <a:r>
              <a:rPr lang="en-US" dirty="0" err="1"/>
              <a:t>user_name</a:t>
            </a:r>
            <a:r>
              <a:rPr lang="en-US" dirty="0"/>
              <a:t>/.ssh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DB6F1-64D5-3834-CA34-D816B0948F40}"/>
              </a:ext>
            </a:extLst>
          </p:cNvPr>
          <p:cNvSpPr txBox="1"/>
          <p:nvPr/>
        </p:nvSpPr>
        <p:spPr>
          <a:xfrm>
            <a:off x="1705574" y="1875357"/>
            <a:ext cx="2273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/Users/</a:t>
            </a:r>
            <a:r>
              <a:rPr lang="en-US" dirty="0" err="1"/>
              <a:t>me_user</a:t>
            </a:r>
            <a:r>
              <a:rPr lang="en-US" dirty="0"/>
              <a:t>/.ssh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F16CC9-8547-D4D8-BFD6-5303C9B1A4FB}"/>
              </a:ext>
            </a:extLst>
          </p:cNvPr>
          <p:cNvSpPr txBox="1"/>
          <p:nvPr/>
        </p:nvSpPr>
        <p:spPr>
          <a:xfrm>
            <a:off x="2241465" y="342900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</a:t>
            </a:r>
          </a:p>
        </p:txBody>
      </p:sp>
    </p:spTree>
    <p:extLst>
      <p:ext uri="{BB962C8B-B14F-4D97-AF65-F5344CB8AC3E}">
        <p14:creationId xmlns:p14="http://schemas.microsoft.com/office/powerpoint/2010/main" val="241272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3</cp:revision>
  <dcterms:created xsi:type="dcterms:W3CDTF">2026-06-04T18:31:22Z</dcterms:created>
  <dcterms:modified xsi:type="dcterms:W3CDTF">2026-06-04T19:09:58Z</dcterms:modified>
</cp:coreProperties>
</file>
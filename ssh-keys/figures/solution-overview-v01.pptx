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6539-196A-3D31-D44B-F42223299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F83516-BEA0-CBA9-40BE-2E3D6ECE3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BCF63-7977-F940-0047-74FCD1F70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16D0D-9956-A2C6-DDBB-F2A8CC5BE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8F76D-89C1-BBFC-3008-7E8092D63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07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ED0E3-734F-E73F-7CA4-AD0F3F266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B201-3EE0-B0BD-E1C0-E3FAB2185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4E99C-617C-717B-F18E-6193599AC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E7166-2052-043D-1394-C589CF8C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325F9-D4F0-40F6-A6E9-53171BDD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11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6CD80-B5C2-EF20-D786-BE593936E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1FF20-535D-EDD9-EB11-68D90EE0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3B7EB-EEDE-2AFD-129B-E85DB1CD1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08279-81C1-C23D-38A6-C5AC660F8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929F3-3FBE-7CF3-BD89-0BA973853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4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47CA-ABF6-4712-54BF-790B1CB1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2F91-F94E-CBB5-8C56-E436E6609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6960C-4FA6-25A8-ED57-157486C9D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FA4066-3F85-628B-3477-F5623F0E0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EC52A-E80F-50A5-F01F-DBA5A18CB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09DB6-3B9E-BFA0-FA29-0B877DD3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032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BA0BC-5F75-EF7B-C326-9EA1936B5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1EFBC-08E6-E714-39F5-943B41FAF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00A0DF-9E25-F042-EB17-3BD13AD0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98F60A-A5D8-ECFC-3A1C-6DDEF4FD3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F7054-4DD5-5B0E-1EC7-DFDF30A307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FE3813-74AE-E7E9-7609-7F9696CF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89DAF0-349D-CC6A-9A95-AC5C34047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B96BE6-A12E-63C4-96D8-DC8DEB82A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03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65C06-5802-69FA-6495-8AEA4795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89263-CDBF-7809-54B5-5A6A73FC0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BF01D1-0128-08CD-7345-0F6C9FB6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1A2D-04C1-BF2B-135F-5DF1D1C0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550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D7B7C2-D46B-8087-A089-A7C083891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76128-79BD-2C38-43AD-A555B1635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3A80-F08A-8A8E-CB7D-59D7C7586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93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D7AD-6A6A-FDCA-F8E2-3982E666C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757A0-0F19-B38C-9B5B-51A70380C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4CEC99-DAE6-2158-6A8F-80B5A2DAE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7172A-EA60-EACC-415A-8864606D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CAA81B-879A-2B2C-B68E-7E81AB55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37619-9F58-B4C8-2E05-9D17D9902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45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8FAE5-E942-815E-06B9-E62E73F3D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DB3E2-6419-F270-A16C-154600103F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497D08-5579-249D-1F2A-5923DF04A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73886A-3349-9436-5483-5F4F65C4F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CF873-5133-EF46-901A-9B21A7D5D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8A145-C03E-18BB-D164-F3C5F90A8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673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DAC60-440D-0540-9F62-B00A0054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5746F-0BF5-9BBB-C59F-4EEDB16B7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62D7D-2D24-ABDB-55C6-4487F96F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6527F-2DCA-490B-2A4D-E49B89103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A81DA-8537-092D-E9BB-00DB9CE46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20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C32B1-9690-737B-C5B8-084EB265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0CCDB-B963-9AFB-B178-29C2DC7B5B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D4667-B43A-2CFF-EBA7-2F59A570A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CC62A-DBE1-F228-281D-5A7B55B34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82B30-0BB0-B474-41A6-A86AFAB7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281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6230A-903F-952A-11F6-8278E8E8E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B4DB0-B6DF-AC8C-CDCE-13F359C36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33EF3-EE6B-24B5-BE9A-21F1D4B12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4B292-788E-2748-9CD0-5BCF704EBB71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0AF9E-86FB-32E0-6689-63EE18A06B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FDBF8-7F3A-F2A4-B239-0A64FEE42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631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AFCC2F3-D431-88B4-738E-F95F4333E12D}"/>
              </a:ext>
            </a:extLst>
          </p:cNvPr>
          <p:cNvSpPr/>
          <p:nvPr/>
        </p:nvSpPr>
        <p:spPr>
          <a:xfrm>
            <a:off x="6668767" y="859970"/>
            <a:ext cx="4510861" cy="22537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31554-1C66-D66B-4819-35D09B02F2F4}"/>
              </a:ext>
            </a:extLst>
          </p:cNvPr>
          <p:cNvSpPr txBox="1"/>
          <p:nvPr/>
        </p:nvSpPr>
        <p:spPr>
          <a:xfrm>
            <a:off x="7766806" y="398297"/>
            <a:ext cx="2425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login node and storage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FFC3C-00BE-5851-79B5-41D56B5AE923}"/>
              </a:ext>
            </a:extLst>
          </p:cNvPr>
          <p:cNvSpPr/>
          <p:nvPr/>
        </p:nvSpPr>
        <p:spPr>
          <a:xfrm>
            <a:off x="929286" y="859970"/>
            <a:ext cx="3520214" cy="22537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DA55A8-199F-4B68-3330-511203EFBECE}"/>
              </a:ext>
            </a:extLst>
          </p:cNvPr>
          <p:cNvSpPr txBox="1"/>
          <p:nvPr/>
        </p:nvSpPr>
        <p:spPr>
          <a:xfrm>
            <a:off x="2434672" y="398297"/>
            <a:ext cx="827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laptop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1A8F38-9FEF-AE06-75C0-50D954B143FC}"/>
              </a:ext>
            </a:extLst>
          </p:cNvPr>
          <p:cNvSpPr txBox="1"/>
          <p:nvPr/>
        </p:nvSpPr>
        <p:spPr>
          <a:xfrm>
            <a:off x="7668949" y="925674"/>
            <a:ext cx="251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/home/</a:t>
            </a:r>
            <a:r>
              <a:rPr lang="en-US" dirty="0" err="1"/>
              <a:t>user_name</a:t>
            </a:r>
            <a:r>
              <a:rPr lang="en-US" dirty="0"/>
              <a:t>/.ssh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DB6F1-64D5-3834-CA34-D816B0948F40}"/>
              </a:ext>
            </a:extLst>
          </p:cNvPr>
          <p:cNvSpPr txBox="1"/>
          <p:nvPr/>
        </p:nvSpPr>
        <p:spPr>
          <a:xfrm>
            <a:off x="1651144" y="971841"/>
            <a:ext cx="2273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/Users/</a:t>
            </a:r>
            <a:r>
              <a:rPr lang="en-US" dirty="0" err="1"/>
              <a:t>me_user</a:t>
            </a:r>
            <a:r>
              <a:rPr lang="en-US" dirty="0"/>
              <a:t>/.ssh</a:t>
            </a:r>
          </a:p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EB3941-283C-991E-DEFF-D993566F7EE2}"/>
              </a:ext>
            </a:extLst>
          </p:cNvPr>
          <p:cNvSpPr txBox="1"/>
          <p:nvPr/>
        </p:nvSpPr>
        <p:spPr>
          <a:xfrm>
            <a:off x="968823" y="1328052"/>
            <a:ext cx="3458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generate</a:t>
            </a:r>
          </a:p>
          <a:p>
            <a:pPr algn="ctr"/>
            <a:r>
              <a:rPr lang="en-US" dirty="0"/>
              <a:t>key pair = (public key, private key)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617EC-EC5C-DDF1-0968-A4A3B838A1CA}"/>
              </a:ext>
            </a:extLst>
          </p:cNvPr>
          <p:cNvSpPr txBox="1"/>
          <p:nvPr/>
        </p:nvSpPr>
        <p:spPr>
          <a:xfrm>
            <a:off x="7036171" y="1525172"/>
            <a:ext cx="118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public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A9AC24-C322-F7BC-CF36-A0EA03BFD0C3}"/>
              </a:ext>
            </a:extLst>
          </p:cNvPr>
          <p:cNvSpPr txBox="1"/>
          <p:nvPr/>
        </p:nvSpPr>
        <p:spPr>
          <a:xfrm>
            <a:off x="2107571" y="2738726"/>
            <a:ext cx="1172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ssh-agent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455195-B059-ACF0-677D-9B78CB969084}"/>
              </a:ext>
            </a:extLst>
          </p:cNvPr>
          <p:cNvSpPr txBox="1"/>
          <p:nvPr/>
        </p:nvSpPr>
        <p:spPr>
          <a:xfrm rot="16200000">
            <a:off x="182884" y="1716570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setup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0C2AD6-A209-CDB0-3980-7431CA2AC3A8}"/>
              </a:ext>
            </a:extLst>
          </p:cNvPr>
          <p:cNvSpPr/>
          <p:nvPr/>
        </p:nvSpPr>
        <p:spPr>
          <a:xfrm>
            <a:off x="6668768" y="3701140"/>
            <a:ext cx="4510861" cy="22537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23C518-AE17-59AC-01E3-97496FAD3D89}"/>
              </a:ext>
            </a:extLst>
          </p:cNvPr>
          <p:cNvSpPr/>
          <p:nvPr/>
        </p:nvSpPr>
        <p:spPr>
          <a:xfrm>
            <a:off x="962967" y="3701140"/>
            <a:ext cx="3486534" cy="22537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D7FEF1-B375-F925-CE81-D52432AB82B0}"/>
              </a:ext>
            </a:extLst>
          </p:cNvPr>
          <p:cNvSpPr txBox="1"/>
          <p:nvPr/>
        </p:nvSpPr>
        <p:spPr>
          <a:xfrm>
            <a:off x="1388145" y="3655168"/>
            <a:ext cx="2704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Issue ssh command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r>
              <a:rPr lang="en-US" dirty="0"/>
              <a:t>6. ssh command completes; user is logged in.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6052-AE67-8417-28C0-6F5C00BBAF3A}"/>
              </a:ext>
            </a:extLst>
          </p:cNvPr>
          <p:cNvSpPr txBox="1"/>
          <p:nvPr/>
        </p:nvSpPr>
        <p:spPr>
          <a:xfrm>
            <a:off x="6872886" y="3974460"/>
            <a:ext cx="40128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ssh request received; public key inspected.</a:t>
            </a:r>
          </a:p>
          <a:p>
            <a:r>
              <a:rPr lang="en-US" dirty="0"/>
              <a:t>3. Match the public key on the laptop.</a:t>
            </a:r>
          </a:p>
          <a:p>
            <a:r>
              <a:rPr lang="en-US" dirty="0"/>
              <a:t>4. Examine the private key</a:t>
            </a:r>
          </a:p>
          <a:p>
            <a:r>
              <a:rPr lang="en-US" dirty="0"/>
              <a:t>5. If this checks, permit the connection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EDC07-3AC7-DC21-FBAB-231C9148F4DC}"/>
              </a:ext>
            </a:extLst>
          </p:cNvPr>
          <p:cNvSpPr txBox="1"/>
          <p:nvPr/>
        </p:nvSpPr>
        <p:spPr>
          <a:xfrm rot="16200000">
            <a:off x="-220587" y="4557740"/>
            <a:ext cx="158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login process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FFC5AF-35D5-9622-1FC0-C4CCFCF3899B}"/>
              </a:ext>
            </a:extLst>
          </p:cNvPr>
          <p:cNvCxnSpPr/>
          <p:nvPr/>
        </p:nvCxnSpPr>
        <p:spPr>
          <a:xfrm>
            <a:off x="4449499" y="4038600"/>
            <a:ext cx="221926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D0C364-A8A7-AE36-1924-789ABBAC47E5}"/>
              </a:ext>
            </a:extLst>
          </p:cNvPr>
          <p:cNvCxnSpPr/>
          <p:nvPr/>
        </p:nvCxnSpPr>
        <p:spPr>
          <a:xfrm>
            <a:off x="4449499" y="5440902"/>
            <a:ext cx="2219268" cy="0"/>
          </a:xfrm>
          <a:prstGeom prst="straightConnector1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3FF110F-42AA-BC63-2F68-C7598F9032E8}"/>
              </a:ext>
            </a:extLst>
          </p:cNvPr>
          <p:cNvSpPr txBox="1"/>
          <p:nvPr/>
        </p:nvSpPr>
        <p:spPr>
          <a:xfrm>
            <a:off x="874855" y="2020355"/>
            <a:ext cx="364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Manually copy public key to cluster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6E67A0-C382-C0B4-CDFA-96CC2174252C}"/>
              </a:ext>
            </a:extLst>
          </p:cNvPr>
          <p:cNvSpPr txBox="1"/>
          <p:nvPr/>
        </p:nvSpPr>
        <p:spPr>
          <a:xfrm>
            <a:off x="5111703" y="3701140"/>
            <a:ext cx="8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C5AD85-A740-5440-28B0-18DB297168BD}"/>
              </a:ext>
            </a:extLst>
          </p:cNvPr>
          <p:cNvSpPr txBox="1"/>
          <p:nvPr/>
        </p:nvSpPr>
        <p:spPr>
          <a:xfrm>
            <a:off x="5075803" y="5082456"/>
            <a:ext cx="8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</a:t>
            </a:r>
          </a:p>
        </p:txBody>
      </p:sp>
    </p:spTree>
    <p:extLst>
      <p:ext uri="{BB962C8B-B14F-4D97-AF65-F5344CB8AC3E}">
        <p14:creationId xmlns:p14="http://schemas.microsoft.com/office/powerpoint/2010/main" val="2412725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95</Words>
  <Application>Microsoft Macintosh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Kuhlman, Chris</dc:creator>
  <cp:lastModifiedBy>Kuhlman, Chris</cp:lastModifiedBy>
  <cp:revision>4</cp:revision>
  <dcterms:created xsi:type="dcterms:W3CDTF">2026-06-04T18:31:22Z</dcterms:created>
  <dcterms:modified xsi:type="dcterms:W3CDTF">2026-06-05T13:37:52Z</dcterms:modified>
</cp:coreProperties>
</file>